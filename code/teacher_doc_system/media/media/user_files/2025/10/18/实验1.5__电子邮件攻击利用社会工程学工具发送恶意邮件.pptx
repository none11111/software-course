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5.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6.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7.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8.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9.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10.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11.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12.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13.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14.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15.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6.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17.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18.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19.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20.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notesSlides/notesSlide21.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1167" r:id="rId3"/>
    <p:sldId id="1215" r:id="rId4"/>
    <p:sldId id="1216" r:id="rId5"/>
    <p:sldId id="1184" r:id="rId6"/>
    <p:sldId id="1226" r:id="rId7"/>
    <p:sldId id="1227" r:id="rId8"/>
    <p:sldId id="1228" r:id="rId9"/>
    <p:sldId id="1229" r:id="rId10"/>
    <p:sldId id="1230" r:id="rId11"/>
    <p:sldId id="1231" r:id="rId12"/>
    <p:sldId id="1233" r:id="rId13"/>
    <p:sldId id="1232" r:id="rId14"/>
    <p:sldId id="1234" r:id="rId15"/>
    <p:sldId id="1235" r:id="rId16"/>
    <p:sldId id="1236" r:id="rId17"/>
    <p:sldId id="1237" r:id="rId18"/>
    <p:sldId id="1238" r:id="rId19"/>
    <p:sldId id="1239" r:id="rId20"/>
    <p:sldId id="1240" r:id="rId21"/>
    <p:sldId id="1241" r:id="rId22"/>
    <p:sldId id="1242" r:id="rId23"/>
    <p:sldId id="1243"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225"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B6E0BB-BD22-469B-A8E4-E2ABA4165D07}" type="datetimeFigureOut">
              <a:rPr lang="zh-CN" altLang="en-US" smtClean="0"/>
              <a:t>2025/9/14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4F99B5-A38D-4B27-B4F9-30ABD4C9B9FC}" type="slidenum">
              <a:rPr lang="zh-CN" altLang="en-US" smtClean="0"/>
              <a:t>‹#›</a:t>
            </a:fld>
            <a:endParaRPr lang="zh-CN" altLang="en-US"/>
          </a:p>
        </p:txBody>
      </p:sp>
    </p:spTree>
    <p:extLst>
      <p:ext uri="{BB962C8B-B14F-4D97-AF65-F5344CB8AC3E}">
        <p14:creationId xmlns:p14="http://schemas.microsoft.com/office/powerpoint/2010/main" val="557075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886FE4-69A4-2003-DC94-7942F981B28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5BE69AB-1CD0-DE66-7BDD-B9FEAB31B5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AB54D6E-AA2C-BD1E-FDFD-EF5124A23B85}"/>
              </a:ext>
            </a:extLst>
          </p:cNvPr>
          <p:cNvSpPr>
            <a:spLocks noGrp="1"/>
          </p:cNvSpPr>
          <p:nvPr>
            <p:ph type="dt" sz="half" idx="10"/>
          </p:nvPr>
        </p:nvSpPr>
        <p:spPr/>
        <p:txBody>
          <a:bodyPr/>
          <a:lstStyle/>
          <a:p>
            <a:fld id="{4C431E39-335C-4C2E-A1B8-21323DC00AE9}"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7FD59B55-B489-302F-A508-0E657ECBAE2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50D9D3B-0669-D0F0-85A5-59F40224CD05}"/>
              </a:ext>
            </a:extLst>
          </p:cNvPr>
          <p:cNvSpPr>
            <a:spLocks noGrp="1"/>
          </p:cNvSpPr>
          <p:nvPr>
            <p:ph type="sldNum" sz="quarter" idx="12"/>
          </p:nvPr>
        </p:nvSpPr>
        <p:spPr/>
        <p:txBody>
          <a:bodyPr/>
          <a:lstStyle/>
          <a:p>
            <a:fld id="{CE266DD4-7425-4F33-8AA6-7F7BD03BEDB5}" type="slidenum">
              <a:rPr lang="zh-CN" altLang="en-US" smtClean="0"/>
              <a:t>‹#›</a:t>
            </a:fld>
            <a:endParaRPr lang="zh-CN" altLang="en-US"/>
          </a:p>
        </p:txBody>
      </p:sp>
    </p:spTree>
    <p:extLst>
      <p:ext uri="{BB962C8B-B14F-4D97-AF65-F5344CB8AC3E}">
        <p14:creationId xmlns:p14="http://schemas.microsoft.com/office/powerpoint/2010/main" val="1726179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C4BD8F-7432-A3CD-5869-AC3DE7E4648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F51F00E-482A-D022-D58F-26AB1152C95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1779B7A-5749-37FE-E5EF-A2B2A9AD8473}"/>
              </a:ext>
            </a:extLst>
          </p:cNvPr>
          <p:cNvSpPr>
            <a:spLocks noGrp="1"/>
          </p:cNvSpPr>
          <p:nvPr>
            <p:ph type="dt" sz="half" idx="10"/>
          </p:nvPr>
        </p:nvSpPr>
        <p:spPr/>
        <p:txBody>
          <a:bodyPr/>
          <a:lstStyle/>
          <a:p>
            <a:fld id="{4C431E39-335C-4C2E-A1B8-21323DC00AE9}"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88663CA0-FC37-DD51-66A1-1F0CEE80D40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8C0E71A-FBBD-2C25-83AC-985030036497}"/>
              </a:ext>
            </a:extLst>
          </p:cNvPr>
          <p:cNvSpPr>
            <a:spLocks noGrp="1"/>
          </p:cNvSpPr>
          <p:nvPr>
            <p:ph type="sldNum" sz="quarter" idx="12"/>
          </p:nvPr>
        </p:nvSpPr>
        <p:spPr/>
        <p:txBody>
          <a:bodyPr/>
          <a:lstStyle/>
          <a:p>
            <a:fld id="{CE266DD4-7425-4F33-8AA6-7F7BD03BEDB5}" type="slidenum">
              <a:rPr lang="zh-CN" altLang="en-US" smtClean="0"/>
              <a:t>‹#›</a:t>
            </a:fld>
            <a:endParaRPr lang="zh-CN" altLang="en-US"/>
          </a:p>
        </p:txBody>
      </p:sp>
    </p:spTree>
    <p:extLst>
      <p:ext uri="{BB962C8B-B14F-4D97-AF65-F5344CB8AC3E}">
        <p14:creationId xmlns:p14="http://schemas.microsoft.com/office/powerpoint/2010/main" val="1133078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33A8E0-9AD0-8D03-BEE8-8D5B9B73580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26E6498-D5B1-5A1C-B7FA-8110FFC9F1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BEBDAAC-6C54-5383-1EA3-2EB940216181}"/>
              </a:ext>
            </a:extLst>
          </p:cNvPr>
          <p:cNvSpPr>
            <a:spLocks noGrp="1"/>
          </p:cNvSpPr>
          <p:nvPr>
            <p:ph type="dt" sz="half" idx="10"/>
          </p:nvPr>
        </p:nvSpPr>
        <p:spPr/>
        <p:txBody>
          <a:bodyPr/>
          <a:lstStyle/>
          <a:p>
            <a:fld id="{4C431E39-335C-4C2E-A1B8-21323DC00AE9}"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E952CC1F-2771-8586-3593-F25955E86F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C13C0C7-9604-8F73-212B-1E1B989D503B}"/>
              </a:ext>
            </a:extLst>
          </p:cNvPr>
          <p:cNvSpPr>
            <a:spLocks noGrp="1"/>
          </p:cNvSpPr>
          <p:nvPr>
            <p:ph type="sldNum" sz="quarter" idx="12"/>
          </p:nvPr>
        </p:nvSpPr>
        <p:spPr/>
        <p:txBody>
          <a:bodyPr/>
          <a:lstStyle/>
          <a:p>
            <a:fld id="{CE266DD4-7425-4F33-8AA6-7F7BD03BEDB5}" type="slidenum">
              <a:rPr lang="zh-CN" altLang="en-US" smtClean="0"/>
              <a:t>‹#›</a:t>
            </a:fld>
            <a:endParaRPr lang="zh-CN" altLang="en-US"/>
          </a:p>
        </p:txBody>
      </p:sp>
    </p:spTree>
    <p:extLst>
      <p:ext uri="{BB962C8B-B14F-4D97-AF65-F5344CB8AC3E}">
        <p14:creationId xmlns:p14="http://schemas.microsoft.com/office/powerpoint/2010/main" val="4078303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CAAC0A-9BC4-530E-9247-8BFF5E5C02D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BACFA19-7688-8549-58EA-504AA0C3AA4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0E2D24E-CC4E-7BCB-F37D-259AF1EFB2F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80B01DB-9798-64C7-7DB6-859586395FE0}"/>
              </a:ext>
            </a:extLst>
          </p:cNvPr>
          <p:cNvSpPr>
            <a:spLocks noGrp="1"/>
          </p:cNvSpPr>
          <p:nvPr>
            <p:ph type="dt" sz="half" idx="10"/>
          </p:nvPr>
        </p:nvSpPr>
        <p:spPr/>
        <p:txBody>
          <a:bodyPr/>
          <a:lstStyle/>
          <a:p>
            <a:fld id="{4C431E39-335C-4C2E-A1B8-21323DC00AE9}" type="datetimeFigureOut">
              <a:rPr lang="zh-CN" altLang="en-US" smtClean="0"/>
              <a:t>2025/9/14</a:t>
            </a:fld>
            <a:endParaRPr lang="zh-CN" altLang="en-US"/>
          </a:p>
        </p:txBody>
      </p:sp>
      <p:sp>
        <p:nvSpPr>
          <p:cNvPr id="6" name="页脚占位符 5">
            <a:extLst>
              <a:ext uri="{FF2B5EF4-FFF2-40B4-BE49-F238E27FC236}">
                <a16:creationId xmlns:a16="http://schemas.microsoft.com/office/drawing/2014/main" id="{1F1E5731-A845-49A1-3075-FF112BAC981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5E10F69-B177-FD0A-4BE7-3081F6163D58}"/>
              </a:ext>
            </a:extLst>
          </p:cNvPr>
          <p:cNvSpPr>
            <a:spLocks noGrp="1"/>
          </p:cNvSpPr>
          <p:nvPr>
            <p:ph type="sldNum" sz="quarter" idx="12"/>
          </p:nvPr>
        </p:nvSpPr>
        <p:spPr/>
        <p:txBody>
          <a:bodyPr/>
          <a:lstStyle/>
          <a:p>
            <a:fld id="{CE266DD4-7425-4F33-8AA6-7F7BD03BEDB5}" type="slidenum">
              <a:rPr lang="zh-CN" altLang="en-US" smtClean="0"/>
              <a:t>‹#›</a:t>
            </a:fld>
            <a:endParaRPr lang="zh-CN" altLang="en-US"/>
          </a:p>
        </p:txBody>
      </p:sp>
    </p:spTree>
    <p:extLst>
      <p:ext uri="{BB962C8B-B14F-4D97-AF65-F5344CB8AC3E}">
        <p14:creationId xmlns:p14="http://schemas.microsoft.com/office/powerpoint/2010/main" val="1375618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F09D14-82DE-B554-49A5-251C4D9FC96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4F0DDCB-4629-B065-3C41-98640562CD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9A4E24A-C69E-613A-B934-E343746A96D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6292B5C-2419-137B-9DAE-13383A63CF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6490A33-C3CD-6291-4D26-814D7924C27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C0E668E-43CB-4740-29C5-B2847746E1A9}"/>
              </a:ext>
            </a:extLst>
          </p:cNvPr>
          <p:cNvSpPr>
            <a:spLocks noGrp="1"/>
          </p:cNvSpPr>
          <p:nvPr>
            <p:ph type="dt" sz="half" idx="10"/>
          </p:nvPr>
        </p:nvSpPr>
        <p:spPr/>
        <p:txBody>
          <a:bodyPr/>
          <a:lstStyle/>
          <a:p>
            <a:fld id="{4C431E39-335C-4C2E-A1B8-21323DC00AE9}" type="datetimeFigureOut">
              <a:rPr lang="zh-CN" altLang="en-US" smtClean="0"/>
              <a:t>2025/9/14</a:t>
            </a:fld>
            <a:endParaRPr lang="zh-CN" altLang="en-US"/>
          </a:p>
        </p:txBody>
      </p:sp>
      <p:sp>
        <p:nvSpPr>
          <p:cNvPr id="8" name="页脚占位符 7">
            <a:extLst>
              <a:ext uri="{FF2B5EF4-FFF2-40B4-BE49-F238E27FC236}">
                <a16:creationId xmlns:a16="http://schemas.microsoft.com/office/drawing/2014/main" id="{2288EF04-ADDC-D22B-5DA0-34A6CF1FB83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E9C11F9-01DC-D8B4-2204-61FC875C817D}"/>
              </a:ext>
            </a:extLst>
          </p:cNvPr>
          <p:cNvSpPr>
            <a:spLocks noGrp="1"/>
          </p:cNvSpPr>
          <p:nvPr>
            <p:ph type="sldNum" sz="quarter" idx="12"/>
          </p:nvPr>
        </p:nvSpPr>
        <p:spPr/>
        <p:txBody>
          <a:bodyPr/>
          <a:lstStyle/>
          <a:p>
            <a:fld id="{CE266DD4-7425-4F33-8AA6-7F7BD03BEDB5}" type="slidenum">
              <a:rPr lang="zh-CN" altLang="en-US" smtClean="0"/>
              <a:t>‹#›</a:t>
            </a:fld>
            <a:endParaRPr lang="zh-CN" altLang="en-US"/>
          </a:p>
        </p:txBody>
      </p:sp>
    </p:spTree>
    <p:extLst>
      <p:ext uri="{BB962C8B-B14F-4D97-AF65-F5344CB8AC3E}">
        <p14:creationId xmlns:p14="http://schemas.microsoft.com/office/powerpoint/2010/main" val="2462804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80BCD7-46EC-2B4F-4C66-DD4BB6ACE34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3EC2462-F65F-B0A9-90ED-30C79272AC22}"/>
              </a:ext>
            </a:extLst>
          </p:cNvPr>
          <p:cNvSpPr>
            <a:spLocks noGrp="1"/>
          </p:cNvSpPr>
          <p:nvPr>
            <p:ph type="dt" sz="half" idx="10"/>
          </p:nvPr>
        </p:nvSpPr>
        <p:spPr/>
        <p:txBody>
          <a:bodyPr/>
          <a:lstStyle/>
          <a:p>
            <a:fld id="{4C431E39-335C-4C2E-A1B8-21323DC00AE9}" type="datetimeFigureOut">
              <a:rPr lang="zh-CN" altLang="en-US" smtClean="0"/>
              <a:t>2025/9/14</a:t>
            </a:fld>
            <a:endParaRPr lang="zh-CN" altLang="en-US"/>
          </a:p>
        </p:txBody>
      </p:sp>
      <p:sp>
        <p:nvSpPr>
          <p:cNvPr id="4" name="页脚占位符 3">
            <a:extLst>
              <a:ext uri="{FF2B5EF4-FFF2-40B4-BE49-F238E27FC236}">
                <a16:creationId xmlns:a16="http://schemas.microsoft.com/office/drawing/2014/main" id="{954B5694-9C8F-DF91-8B1C-CA677E5256B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F2E2B99-C35F-CF63-8E45-05383FAFDB7F}"/>
              </a:ext>
            </a:extLst>
          </p:cNvPr>
          <p:cNvSpPr>
            <a:spLocks noGrp="1"/>
          </p:cNvSpPr>
          <p:nvPr>
            <p:ph type="sldNum" sz="quarter" idx="12"/>
          </p:nvPr>
        </p:nvSpPr>
        <p:spPr/>
        <p:txBody>
          <a:bodyPr/>
          <a:lstStyle/>
          <a:p>
            <a:fld id="{CE266DD4-7425-4F33-8AA6-7F7BD03BEDB5}" type="slidenum">
              <a:rPr lang="zh-CN" altLang="en-US" smtClean="0"/>
              <a:t>‹#›</a:t>
            </a:fld>
            <a:endParaRPr lang="zh-CN" altLang="en-US"/>
          </a:p>
        </p:txBody>
      </p:sp>
    </p:spTree>
    <p:extLst>
      <p:ext uri="{BB962C8B-B14F-4D97-AF65-F5344CB8AC3E}">
        <p14:creationId xmlns:p14="http://schemas.microsoft.com/office/powerpoint/2010/main" val="2921179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F679368-A87B-1C74-5B63-964851DCE43C}"/>
              </a:ext>
            </a:extLst>
          </p:cNvPr>
          <p:cNvSpPr>
            <a:spLocks noGrp="1"/>
          </p:cNvSpPr>
          <p:nvPr>
            <p:ph type="dt" sz="half" idx="10"/>
          </p:nvPr>
        </p:nvSpPr>
        <p:spPr/>
        <p:txBody>
          <a:bodyPr/>
          <a:lstStyle/>
          <a:p>
            <a:fld id="{4C431E39-335C-4C2E-A1B8-21323DC00AE9}" type="datetimeFigureOut">
              <a:rPr lang="zh-CN" altLang="en-US" smtClean="0"/>
              <a:t>2025/9/14</a:t>
            </a:fld>
            <a:endParaRPr lang="zh-CN" altLang="en-US"/>
          </a:p>
        </p:txBody>
      </p:sp>
      <p:sp>
        <p:nvSpPr>
          <p:cNvPr id="3" name="页脚占位符 2">
            <a:extLst>
              <a:ext uri="{FF2B5EF4-FFF2-40B4-BE49-F238E27FC236}">
                <a16:creationId xmlns:a16="http://schemas.microsoft.com/office/drawing/2014/main" id="{D3BAFF64-C3C5-4995-3460-D86263A0D37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8832274-3850-A65F-7912-9B9D4C48153B}"/>
              </a:ext>
            </a:extLst>
          </p:cNvPr>
          <p:cNvSpPr>
            <a:spLocks noGrp="1"/>
          </p:cNvSpPr>
          <p:nvPr>
            <p:ph type="sldNum" sz="quarter" idx="12"/>
          </p:nvPr>
        </p:nvSpPr>
        <p:spPr/>
        <p:txBody>
          <a:bodyPr/>
          <a:lstStyle/>
          <a:p>
            <a:fld id="{CE266DD4-7425-4F33-8AA6-7F7BD03BEDB5}" type="slidenum">
              <a:rPr lang="zh-CN" altLang="en-US" smtClean="0"/>
              <a:t>‹#›</a:t>
            </a:fld>
            <a:endParaRPr lang="zh-CN" altLang="en-US"/>
          </a:p>
        </p:txBody>
      </p:sp>
    </p:spTree>
    <p:extLst>
      <p:ext uri="{BB962C8B-B14F-4D97-AF65-F5344CB8AC3E}">
        <p14:creationId xmlns:p14="http://schemas.microsoft.com/office/powerpoint/2010/main" val="1798512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F6CF4-DC8B-2E79-53CA-4FA912C6916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6337FFF-0B83-D81D-1BEE-86C247FAD1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CEEA8AF-7AA7-7E93-99C0-2C38C90271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2D481C5-2120-264E-EE3D-C09972DAB851}"/>
              </a:ext>
            </a:extLst>
          </p:cNvPr>
          <p:cNvSpPr>
            <a:spLocks noGrp="1"/>
          </p:cNvSpPr>
          <p:nvPr>
            <p:ph type="dt" sz="half" idx="10"/>
          </p:nvPr>
        </p:nvSpPr>
        <p:spPr/>
        <p:txBody>
          <a:bodyPr/>
          <a:lstStyle/>
          <a:p>
            <a:fld id="{4C431E39-335C-4C2E-A1B8-21323DC00AE9}" type="datetimeFigureOut">
              <a:rPr lang="zh-CN" altLang="en-US" smtClean="0"/>
              <a:t>2025/9/14</a:t>
            </a:fld>
            <a:endParaRPr lang="zh-CN" altLang="en-US"/>
          </a:p>
        </p:txBody>
      </p:sp>
      <p:sp>
        <p:nvSpPr>
          <p:cNvPr id="6" name="页脚占位符 5">
            <a:extLst>
              <a:ext uri="{FF2B5EF4-FFF2-40B4-BE49-F238E27FC236}">
                <a16:creationId xmlns:a16="http://schemas.microsoft.com/office/drawing/2014/main" id="{608D394B-1A88-3730-236F-88C1B4A7002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6ABE5CA-B66B-4804-E7B4-C117EB3B5FEA}"/>
              </a:ext>
            </a:extLst>
          </p:cNvPr>
          <p:cNvSpPr>
            <a:spLocks noGrp="1"/>
          </p:cNvSpPr>
          <p:nvPr>
            <p:ph type="sldNum" sz="quarter" idx="12"/>
          </p:nvPr>
        </p:nvSpPr>
        <p:spPr/>
        <p:txBody>
          <a:bodyPr/>
          <a:lstStyle/>
          <a:p>
            <a:fld id="{CE266DD4-7425-4F33-8AA6-7F7BD03BEDB5}" type="slidenum">
              <a:rPr lang="zh-CN" altLang="en-US" smtClean="0"/>
              <a:t>‹#›</a:t>
            </a:fld>
            <a:endParaRPr lang="zh-CN" altLang="en-US"/>
          </a:p>
        </p:txBody>
      </p:sp>
    </p:spTree>
    <p:extLst>
      <p:ext uri="{BB962C8B-B14F-4D97-AF65-F5344CB8AC3E}">
        <p14:creationId xmlns:p14="http://schemas.microsoft.com/office/powerpoint/2010/main" val="1651357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AE4DD8-8714-B692-1955-58FCA9EDDF2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287CDFF-FF7F-5851-2BBC-A61FA05F5A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F0819A7-0461-30F4-70C5-06908C64C1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A5B022E-C9B8-E9F6-3C59-CEB768D32197}"/>
              </a:ext>
            </a:extLst>
          </p:cNvPr>
          <p:cNvSpPr>
            <a:spLocks noGrp="1"/>
          </p:cNvSpPr>
          <p:nvPr>
            <p:ph type="dt" sz="half" idx="10"/>
          </p:nvPr>
        </p:nvSpPr>
        <p:spPr/>
        <p:txBody>
          <a:bodyPr/>
          <a:lstStyle/>
          <a:p>
            <a:fld id="{4C431E39-335C-4C2E-A1B8-21323DC00AE9}" type="datetimeFigureOut">
              <a:rPr lang="zh-CN" altLang="en-US" smtClean="0"/>
              <a:t>2025/9/14</a:t>
            </a:fld>
            <a:endParaRPr lang="zh-CN" altLang="en-US"/>
          </a:p>
        </p:txBody>
      </p:sp>
      <p:sp>
        <p:nvSpPr>
          <p:cNvPr id="6" name="页脚占位符 5">
            <a:extLst>
              <a:ext uri="{FF2B5EF4-FFF2-40B4-BE49-F238E27FC236}">
                <a16:creationId xmlns:a16="http://schemas.microsoft.com/office/drawing/2014/main" id="{9BE547DE-2494-9D82-C689-5D0FD61F1A7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4472E5A-2700-F0C4-BFD1-C4917723CE4C}"/>
              </a:ext>
            </a:extLst>
          </p:cNvPr>
          <p:cNvSpPr>
            <a:spLocks noGrp="1"/>
          </p:cNvSpPr>
          <p:nvPr>
            <p:ph type="sldNum" sz="quarter" idx="12"/>
          </p:nvPr>
        </p:nvSpPr>
        <p:spPr/>
        <p:txBody>
          <a:bodyPr/>
          <a:lstStyle/>
          <a:p>
            <a:fld id="{CE266DD4-7425-4F33-8AA6-7F7BD03BEDB5}" type="slidenum">
              <a:rPr lang="zh-CN" altLang="en-US" smtClean="0"/>
              <a:t>‹#›</a:t>
            </a:fld>
            <a:endParaRPr lang="zh-CN" altLang="en-US"/>
          </a:p>
        </p:txBody>
      </p:sp>
    </p:spTree>
    <p:extLst>
      <p:ext uri="{BB962C8B-B14F-4D97-AF65-F5344CB8AC3E}">
        <p14:creationId xmlns:p14="http://schemas.microsoft.com/office/powerpoint/2010/main" val="420844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4B1468-932D-5E81-4AF6-4F464894798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16C8BD0-98E1-37EE-6A35-9616FCA1313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BC7652B-66EA-6476-DAA7-7860E74AE3FE}"/>
              </a:ext>
            </a:extLst>
          </p:cNvPr>
          <p:cNvSpPr>
            <a:spLocks noGrp="1"/>
          </p:cNvSpPr>
          <p:nvPr>
            <p:ph type="dt" sz="half" idx="10"/>
          </p:nvPr>
        </p:nvSpPr>
        <p:spPr/>
        <p:txBody>
          <a:bodyPr/>
          <a:lstStyle/>
          <a:p>
            <a:fld id="{4C431E39-335C-4C2E-A1B8-21323DC00AE9}"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985D63AD-9870-A983-D0E7-298DB26AA0D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8FF9FCF-8524-F483-E00A-8CE55B11B6A9}"/>
              </a:ext>
            </a:extLst>
          </p:cNvPr>
          <p:cNvSpPr>
            <a:spLocks noGrp="1"/>
          </p:cNvSpPr>
          <p:nvPr>
            <p:ph type="sldNum" sz="quarter" idx="12"/>
          </p:nvPr>
        </p:nvSpPr>
        <p:spPr/>
        <p:txBody>
          <a:bodyPr/>
          <a:lstStyle/>
          <a:p>
            <a:fld id="{CE266DD4-7425-4F33-8AA6-7F7BD03BEDB5}" type="slidenum">
              <a:rPr lang="zh-CN" altLang="en-US" smtClean="0"/>
              <a:t>‹#›</a:t>
            </a:fld>
            <a:endParaRPr lang="zh-CN" altLang="en-US"/>
          </a:p>
        </p:txBody>
      </p:sp>
    </p:spTree>
    <p:extLst>
      <p:ext uri="{BB962C8B-B14F-4D97-AF65-F5344CB8AC3E}">
        <p14:creationId xmlns:p14="http://schemas.microsoft.com/office/powerpoint/2010/main" val="2300549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B676AE9-A090-3DC0-8EA7-4D8F692BE6A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4A99899-9F15-A2AC-84D3-50231EDD460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00AAC2-7EAD-E50C-4876-28583D4DBCAF}"/>
              </a:ext>
            </a:extLst>
          </p:cNvPr>
          <p:cNvSpPr>
            <a:spLocks noGrp="1"/>
          </p:cNvSpPr>
          <p:nvPr>
            <p:ph type="dt" sz="half" idx="10"/>
          </p:nvPr>
        </p:nvSpPr>
        <p:spPr/>
        <p:txBody>
          <a:bodyPr/>
          <a:lstStyle/>
          <a:p>
            <a:fld id="{4C431E39-335C-4C2E-A1B8-21323DC00AE9}"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6FD39114-3969-51A4-C3A6-FF374CC3609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66A6A8-52EA-AC9B-EC8F-9455984ECD51}"/>
              </a:ext>
            </a:extLst>
          </p:cNvPr>
          <p:cNvSpPr>
            <a:spLocks noGrp="1"/>
          </p:cNvSpPr>
          <p:nvPr>
            <p:ph type="sldNum" sz="quarter" idx="12"/>
          </p:nvPr>
        </p:nvSpPr>
        <p:spPr/>
        <p:txBody>
          <a:bodyPr/>
          <a:lstStyle/>
          <a:p>
            <a:fld id="{CE266DD4-7425-4F33-8AA6-7F7BD03BEDB5}" type="slidenum">
              <a:rPr lang="zh-CN" altLang="en-US" smtClean="0"/>
              <a:t>‹#›</a:t>
            </a:fld>
            <a:endParaRPr lang="zh-CN" altLang="en-US"/>
          </a:p>
        </p:txBody>
      </p:sp>
    </p:spTree>
    <p:extLst>
      <p:ext uri="{BB962C8B-B14F-4D97-AF65-F5344CB8AC3E}">
        <p14:creationId xmlns:p14="http://schemas.microsoft.com/office/powerpoint/2010/main" val="4097660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76B3582-4A64-69FE-76FC-F7DB4DBBC9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0CC2648-50F3-3851-8D11-89A6BAE175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9588AC1-E69A-6BDF-EAF6-03110D650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431E39-335C-4C2E-A1B8-21323DC00AE9}"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D8E17416-89BB-7E92-C5F2-A79419CB4A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4DDC47ED-106C-3F78-5B1F-DA16134CBA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266DD4-7425-4F33-8AA6-7F7BD03BEDB5}" type="slidenum">
              <a:rPr lang="zh-CN" altLang="en-US" smtClean="0"/>
              <a:t>‹#›</a:t>
            </a:fld>
            <a:endParaRPr lang="zh-CN" altLang="en-US"/>
          </a:p>
        </p:txBody>
      </p:sp>
    </p:spTree>
    <p:extLst>
      <p:ext uri="{BB962C8B-B14F-4D97-AF65-F5344CB8AC3E}">
        <p14:creationId xmlns:p14="http://schemas.microsoft.com/office/powerpoint/2010/main" val="22017794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jpeg"/><Relationship Id="rId4"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tags" Target="../tags/tag6.xml"/><Relationship Id="rId7" Type="http://schemas.openxmlformats.org/officeDocument/2006/relationships/image" Target="../media/image2.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notesSlide" Target="../notesSlides/notesSlide1.xml"/><Relationship Id="rId5" Type="http://schemas.openxmlformats.org/officeDocument/2006/relationships/slideLayout" Target="../slideLayouts/slideLayout6.xml"/><Relationship Id="rId4" Type="http://schemas.openxmlformats.org/officeDocument/2006/relationships/tags" Target="../tags/tag7.xml"/></Relationships>
</file>

<file path=ppt/slides/_rels/slide3.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image" Target="../media/image2.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notesSlide" Target="../notesSlides/notesSlide2.xml"/><Relationship Id="rId5" Type="http://schemas.openxmlformats.org/officeDocument/2006/relationships/slideLayout" Target="../slideLayouts/slideLayout6.xml"/><Relationship Id="rId4" Type="http://schemas.openxmlformats.org/officeDocument/2006/relationships/tags" Target="../tags/tag11.xml"/></Relationships>
</file>

<file path=ppt/slides/_rels/slide4.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2.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notesSlide" Target="../notesSlides/notesSlide3.xml"/><Relationship Id="rId5" Type="http://schemas.openxmlformats.org/officeDocument/2006/relationships/slideLayout" Target="../slideLayouts/slideLayout6.xml"/><Relationship Id="rId4" Type="http://schemas.openxmlformats.org/officeDocument/2006/relationships/tags" Target="../tags/tag15.xml"/></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8.xml"/><Relationship Id="rId7" Type="http://schemas.openxmlformats.org/officeDocument/2006/relationships/notesSlide" Target="../notesSlides/notesSlide4.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Layout" Target="../slideLayouts/slideLayout6.xml"/><Relationship Id="rId5" Type="http://schemas.openxmlformats.org/officeDocument/2006/relationships/tags" Target="../tags/tag20.xml"/><Relationship Id="rId4" Type="http://schemas.openxmlformats.org/officeDocument/2006/relationships/tags" Target="../tags/tag19.xml"/><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3.xml"/><Relationship Id="rId7" Type="http://schemas.openxmlformats.org/officeDocument/2006/relationships/notesSlide" Target="../notesSlides/notesSlide5.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Layout" Target="../slideLayouts/slideLayout6.xml"/><Relationship Id="rId5" Type="http://schemas.openxmlformats.org/officeDocument/2006/relationships/tags" Target="../tags/tag25.xml"/><Relationship Id="rId4" Type="http://schemas.openxmlformats.org/officeDocument/2006/relationships/tags" Target="../tags/tag24.xml"/><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image" Target="../media/image2.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notesSlide" Target="../notesSlides/notesSlide6.xml"/><Relationship Id="rId5" Type="http://schemas.openxmlformats.org/officeDocument/2006/relationships/slideLayout" Target="../slideLayouts/slideLayout6.xml"/><Relationship Id="rId4" Type="http://schemas.openxmlformats.org/officeDocument/2006/relationships/tags" Target="../tags/tag29.xml"/></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2.xml"/><Relationship Id="rId7" Type="http://schemas.openxmlformats.org/officeDocument/2006/relationships/notesSlide" Target="../notesSlides/notesSlide7.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Layout" Target="../slideLayouts/slideLayout6.xml"/><Relationship Id="rId5" Type="http://schemas.openxmlformats.org/officeDocument/2006/relationships/tags" Target="../tags/tag34.xml"/><Relationship Id="rId4" Type="http://schemas.openxmlformats.org/officeDocument/2006/relationships/tags" Target="../tags/tag33.xml"/><Relationship Id="rId9"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7.xml"/><Relationship Id="rId7" Type="http://schemas.openxmlformats.org/officeDocument/2006/relationships/notesSlide" Target="../notesSlides/notesSlide8.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slideLayout" Target="../slideLayouts/slideLayout6.xml"/><Relationship Id="rId5" Type="http://schemas.openxmlformats.org/officeDocument/2006/relationships/tags" Target="../tags/tag39.xml"/><Relationship Id="rId4" Type="http://schemas.openxmlformats.org/officeDocument/2006/relationships/tags" Target="../tags/tag38.xml"/><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42.xml"/><Relationship Id="rId7" Type="http://schemas.openxmlformats.org/officeDocument/2006/relationships/notesSlide" Target="../notesSlides/notesSlide9.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slideLayout" Target="../slideLayouts/slideLayout6.xml"/><Relationship Id="rId5" Type="http://schemas.openxmlformats.org/officeDocument/2006/relationships/tags" Target="../tags/tag44.xml"/><Relationship Id="rId4" Type="http://schemas.openxmlformats.org/officeDocument/2006/relationships/tags" Target="../tags/tag43.xml"/><Relationship Id="rId9"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47.xml"/><Relationship Id="rId7" Type="http://schemas.openxmlformats.org/officeDocument/2006/relationships/notesSlide" Target="../notesSlides/notesSlide10.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slideLayout" Target="../slideLayouts/slideLayout6.xml"/><Relationship Id="rId5" Type="http://schemas.openxmlformats.org/officeDocument/2006/relationships/tags" Target="../tags/tag49.xml"/><Relationship Id="rId4" Type="http://schemas.openxmlformats.org/officeDocument/2006/relationships/tags" Target="../tags/tag48.xml"/><Relationship Id="rId9"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52.xml"/><Relationship Id="rId7" Type="http://schemas.openxmlformats.org/officeDocument/2006/relationships/notesSlide" Target="../notesSlides/notesSlide11.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Layout" Target="../slideLayouts/slideLayout6.xml"/><Relationship Id="rId5" Type="http://schemas.openxmlformats.org/officeDocument/2006/relationships/tags" Target="../tags/tag54.xml"/><Relationship Id="rId4" Type="http://schemas.openxmlformats.org/officeDocument/2006/relationships/tags" Target="../tags/tag53.xml"/><Relationship Id="rId9" Type="http://schemas.openxmlformats.org/officeDocument/2006/relationships/image" Target="../media/image9.png"/></Relationships>
</file>

<file path=ppt/slides/_rels/slide1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57.xml"/><Relationship Id="rId7" Type="http://schemas.openxmlformats.org/officeDocument/2006/relationships/notesSlide" Target="../notesSlides/notesSlide12.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slideLayout" Target="../slideLayouts/slideLayout6.xml"/><Relationship Id="rId5" Type="http://schemas.openxmlformats.org/officeDocument/2006/relationships/tags" Target="../tags/tag59.xml"/><Relationship Id="rId4" Type="http://schemas.openxmlformats.org/officeDocument/2006/relationships/tags" Target="../tags/tag58.xml"/><Relationship Id="rId9"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62.xml"/><Relationship Id="rId7" Type="http://schemas.openxmlformats.org/officeDocument/2006/relationships/notesSlide" Target="../notesSlides/notesSlide13.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slideLayout" Target="../slideLayouts/slideLayout6.xml"/><Relationship Id="rId5" Type="http://schemas.openxmlformats.org/officeDocument/2006/relationships/tags" Target="../tags/tag64.xml"/><Relationship Id="rId4" Type="http://schemas.openxmlformats.org/officeDocument/2006/relationships/tags" Target="../tags/tag63.xml"/><Relationship Id="rId9" Type="http://schemas.openxmlformats.org/officeDocument/2006/relationships/image" Target="../media/image11.png"/></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67.xml"/><Relationship Id="rId7" Type="http://schemas.openxmlformats.org/officeDocument/2006/relationships/notesSlide" Target="../notesSlides/notesSlide14.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slideLayout" Target="../slideLayouts/slideLayout6.xml"/><Relationship Id="rId5" Type="http://schemas.openxmlformats.org/officeDocument/2006/relationships/tags" Target="../tags/tag69.xml"/><Relationship Id="rId4" Type="http://schemas.openxmlformats.org/officeDocument/2006/relationships/tags" Target="../tags/tag68.xml"/><Relationship Id="rId9"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2.xml"/><Relationship Id="rId7" Type="http://schemas.openxmlformats.org/officeDocument/2006/relationships/notesSlide" Target="../notesSlides/notesSlide15.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slideLayout" Target="../slideLayouts/slideLayout6.xml"/><Relationship Id="rId5" Type="http://schemas.openxmlformats.org/officeDocument/2006/relationships/tags" Target="../tags/tag74.xml"/><Relationship Id="rId4" Type="http://schemas.openxmlformats.org/officeDocument/2006/relationships/tags" Target="../tags/tag73.xml"/><Relationship Id="rId9" Type="http://schemas.openxmlformats.org/officeDocument/2006/relationships/image" Target="../media/image13.png"/></Relationships>
</file>

<file path=ppt/slides/_rels/slide1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7.xml"/><Relationship Id="rId7" Type="http://schemas.openxmlformats.org/officeDocument/2006/relationships/notesSlide" Target="../notesSlides/notesSlide16.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slideLayout" Target="../slideLayouts/slideLayout6.xml"/><Relationship Id="rId5" Type="http://schemas.openxmlformats.org/officeDocument/2006/relationships/tags" Target="../tags/tag79.xml"/><Relationship Id="rId4" Type="http://schemas.openxmlformats.org/officeDocument/2006/relationships/tags" Target="../tags/tag78.xml"/><Relationship Id="rId9" Type="http://schemas.openxmlformats.org/officeDocument/2006/relationships/image" Target="../media/image14.png"/></Relationships>
</file>

<file path=ppt/slides/_rels/slide1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82.xml"/><Relationship Id="rId7" Type="http://schemas.openxmlformats.org/officeDocument/2006/relationships/notesSlide" Target="../notesSlides/notesSlide17.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slideLayout" Target="../slideLayouts/slideLayout6.xml"/><Relationship Id="rId5" Type="http://schemas.openxmlformats.org/officeDocument/2006/relationships/tags" Target="../tags/tag84.xml"/><Relationship Id="rId4" Type="http://schemas.openxmlformats.org/officeDocument/2006/relationships/tags" Target="../tags/tag83.xml"/><Relationship Id="rId9" Type="http://schemas.openxmlformats.org/officeDocument/2006/relationships/image" Target="../media/image15.png"/></Relationships>
</file>

<file path=ppt/slides/_rels/slide1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87.xml"/><Relationship Id="rId7" Type="http://schemas.openxmlformats.org/officeDocument/2006/relationships/notesSlide" Target="../notesSlides/notesSlide18.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slideLayout" Target="../slideLayouts/slideLayout6.xml"/><Relationship Id="rId5" Type="http://schemas.openxmlformats.org/officeDocument/2006/relationships/tags" Target="../tags/tag89.xml"/><Relationship Id="rId4" Type="http://schemas.openxmlformats.org/officeDocument/2006/relationships/tags" Target="../tags/tag88.xml"/><Relationship Id="rId9" Type="http://schemas.openxmlformats.org/officeDocument/2006/relationships/image" Target="../media/image16.png"/></Relationships>
</file>

<file path=ppt/slides/_rels/slide2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92.xml"/><Relationship Id="rId7" Type="http://schemas.openxmlformats.org/officeDocument/2006/relationships/notesSlide" Target="../notesSlides/notesSlide19.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slideLayout" Target="../slideLayouts/slideLayout6.xml"/><Relationship Id="rId5" Type="http://schemas.openxmlformats.org/officeDocument/2006/relationships/tags" Target="../tags/tag94.xml"/><Relationship Id="rId4" Type="http://schemas.openxmlformats.org/officeDocument/2006/relationships/tags" Target="../tags/tag93.xml"/><Relationship Id="rId9" Type="http://schemas.openxmlformats.org/officeDocument/2006/relationships/image" Target="../media/image17.png"/></Relationships>
</file>

<file path=ppt/slides/_rels/slide2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97.xml"/><Relationship Id="rId7" Type="http://schemas.openxmlformats.org/officeDocument/2006/relationships/notesSlide" Target="../notesSlides/notesSlide20.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slideLayout" Target="../slideLayouts/slideLayout6.xml"/><Relationship Id="rId5" Type="http://schemas.openxmlformats.org/officeDocument/2006/relationships/tags" Target="../tags/tag99.xml"/><Relationship Id="rId4" Type="http://schemas.openxmlformats.org/officeDocument/2006/relationships/tags" Target="../tags/tag98.xml"/><Relationship Id="rId9" Type="http://schemas.openxmlformats.org/officeDocument/2006/relationships/image" Target="../media/image18.png"/></Relationships>
</file>

<file path=ppt/slides/_rels/slide2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02.xml"/><Relationship Id="rId7" Type="http://schemas.openxmlformats.org/officeDocument/2006/relationships/notesSlide" Target="../notesSlides/notesSlide21.xml"/><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slideLayout" Target="../slideLayouts/slideLayout6.xml"/><Relationship Id="rId5" Type="http://schemas.openxmlformats.org/officeDocument/2006/relationships/tags" Target="../tags/tag104.xml"/><Relationship Id="rId4" Type="http://schemas.openxmlformats.org/officeDocument/2006/relationships/tags" Target="../tags/tag103.xml"/><Relationship Id="rId9" Type="http://schemas.openxmlformats.org/officeDocument/2006/relationships/image" Target="../media/image19.png"/></Relationships>
</file>

<file path=ppt/slides/_rels/slide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07.xml"/><Relationship Id="rId7" Type="http://schemas.openxmlformats.org/officeDocument/2006/relationships/notesSlide" Target="../notesSlides/notesSlide22.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slideLayout" Target="../slideLayouts/slideLayout6.xml"/><Relationship Id="rId5" Type="http://schemas.openxmlformats.org/officeDocument/2006/relationships/tags" Target="../tags/tag109.xml"/><Relationship Id="rId4" Type="http://schemas.openxmlformats.org/officeDocument/2006/relationships/tags" Target="../tags/tag108.xml"/><Relationship Id="rId9"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2"/>
            </p:custDataLst>
          </p:nvPr>
        </p:nvPicPr>
        <p:blipFill>
          <a:blip r:embed="rId5"/>
          <a:srcRect/>
          <a:stretch>
            <a:fillRect/>
          </a:stretch>
        </p:blipFill>
        <p:spPr>
          <a:xfrm>
            <a:off x="0" y="-26"/>
            <a:ext cx="12192000" cy="6858051"/>
          </a:xfrm>
          <a:prstGeom prst="rect">
            <a:avLst/>
          </a:prstGeom>
        </p:spPr>
      </p:pic>
      <p:sp>
        <p:nvSpPr>
          <p:cNvPr id="100" name="文本框 99"/>
          <p:cNvSpPr txBox="1"/>
          <p:nvPr/>
        </p:nvSpPr>
        <p:spPr>
          <a:xfrm>
            <a:off x="1312545" y="497840"/>
            <a:ext cx="10135235" cy="1322070"/>
          </a:xfrm>
          <a:prstGeom prst="rect">
            <a:avLst/>
          </a:prstGeom>
          <a:noFill/>
          <a:ln w="9525">
            <a:noFill/>
          </a:ln>
        </p:spPr>
        <p:txBody>
          <a:bodyPr wrap="square">
            <a:spAutoFit/>
          </a:bodyPr>
          <a:lstStyle/>
          <a:p>
            <a:pPr indent="0" algn="ctr"/>
            <a:r>
              <a:rPr lang="zh-CN" altLang="en-US" sz="4000" b="1" dirty="0">
                <a:solidFill>
                  <a:schemeClr val="lt1"/>
                </a:solidFill>
                <a:latin typeface="微软雅黑" panose="020B0503020204020204" charset="-122"/>
                <a:ea typeface="微软雅黑" panose="020B0503020204020204" charset="-122"/>
              </a:rPr>
              <a:t>实验</a:t>
            </a:r>
            <a:r>
              <a:rPr lang="en-US" altLang="zh-CN" sz="4000" b="1" dirty="0">
                <a:solidFill>
                  <a:schemeClr val="lt1"/>
                </a:solidFill>
                <a:latin typeface="微软雅黑" panose="020B0503020204020204" charset="-122"/>
                <a:ea typeface="微软雅黑" panose="020B0503020204020204" charset="-122"/>
              </a:rPr>
              <a:t>1.5</a:t>
            </a:r>
            <a:r>
              <a:rPr lang="zh-CN" altLang="en-US" sz="4000" b="1" dirty="0">
                <a:solidFill>
                  <a:schemeClr val="lt1"/>
                </a:solidFill>
                <a:latin typeface="微软雅黑" panose="020B0503020204020204" charset="-122"/>
                <a:ea typeface="微软雅黑" panose="020B0503020204020204" charset="-122"/>
              </a:rPr>
              <a:t>：</a:t>
            </a:r>
            <a:r>
              <a:rPr sz="4000" b="1" dirty="0">
                <a:solidFill>
                  <a:schemeClr val="lt1"/>
                </a:solidFill>
                <a:latin typeface="微软雅黑" panose="020B0503020204020204" charset="-122"/>
                <a:ea typeface="微软雅黑" panose="020B0503020204020204" charset="-122"/>
              </a:rPr>
              <a:t>电子邮件攻击</a:t>
            </a:r>
          </a:p>
          <a:p>
            <a:pPr indent="0" algn="ctr"/>
            <a:r>
              <a:rPr lang="en-US" sz="4000" b="1" dirty="0">
                <a:solidFill>
                  <a:schemeClr val="lt1"/>
                </a:solidFill>
                <a:latin typeface="微软雅黑" panose="020B0503020204020204" charset="-122"/>
                <a:ea typeface="微软雅黑" panose="020B0503020204020204" charset="-122"/>
              </a:rPr>
              <a:t>——</a:t>
            </a:r>
            <a:r>
              <a:rPr sz="4000" b="1" dirty="0">
                <a:solidFill>
                  <a:schemeClr val="lt1"/>
                </a:solidFill>
                <a:latin typeface="微软雅黑" panose="020B0503020204020204" charset="-122"/>
                <a:ea typeface="微软雅黑" panose="020B0503020204020204" charset="-122"/>
              </a:rPr>
              <a:t>利用社会工程学工具发送恶意邮件</a:t>
            </a:r>
          </a:p>
        </p:txBody>
      </p:sp>
      <p:graphicFrame>
        <p:nvGraphicFramePr>
          <p:cNvPr id="7" name="表格 6"/>
          <p:cNvGraphicFramePr/>
          <p:nvPr>
            <p:custDataLst>
              <p:tags r:id="rId3"/>
            </p:custDataLst>
          </p:nvPr>
        </p:nvGraphicFramePr>
        <p:xfrm>
          <a:off x="1565275" y="2089150"/>
          <a:ext cx="9315450" cy="4089400"/>
        </p:xfrm>
        <a:graphic>
          <a:graphicData uri="http://schemas.openxmlformats.org/drawingml/2006/table">
            <a:tbl>
              <a:tblPr firstRow="1" bandRow="1">
                <a:tableStyleId>{D113A9D2-9D6B-4929-AA2D-F23B5EE8CBE7}</a:tableStyleId>
              </a:tblPr>
              <a:tblGrid>
                <a:gridCol w="1667133">
                  <a:extLst>
                    <a:ext uri="{9D8B030D-6E8A-4147-A177-3AD203B41FA5}">
                      <a16:colId xmlns:a16="http://schemas.microsoft.com/office/drawing/2014/main" val="20000"/>
                    </a:ext>
                  </a:extLst>
                </a:gridCol>
                <a:gridCol w="1447808">
                  <a:extLst>
                    <a:ext uri="{9D8B030D-6E8A-4147-A177-3AD203B41FA5}">
                      <a16:colId xmlns:a16="http://schemas.microsoft.com/office/drawing/2014/main" val="20001"/>
                    </a:ext>
                  </a:extLst>
                </a:gridCol>
                <a:gridCol w="2861673">
                  <a:extLst>
                    <a:ext uri="{9D8B030D-6E8A-4147-A177-3AD203B41FA5}">
                      <a16:colId xmlns:a16="http://schemas.microsoft.com/office/drawing/2014/main" val="20002"/>
                    </a:ext>
                  </a:extLst>
                </a:gridCol>
                <a:gridCol w="3338836">
                  <a:extLst>
                    <a:ext uri="{9D8B030D-6E8A-4147-A177-3AD203B41FA5}">
                      <a16:colId xmlns:a16="http://schemas.microsoft.com/office/drawing/2014/main" val="20003"/>
                    </a:ext>
                  </a:extLst>
                </a:gridCol>
              </a:tblGrid>
              <a:tr h="584200">
                <a:tc>
                  <a:txBody>
                    <a:bodyPr/>
                    <a:lstStyle/>
                    <a:p>
                      <a:pPr indent="0" algn="ctr">
                        <a:buNone/>
                      </a:pPr>
                      <a:r>
                        <a:rPr lang="zh-CN" altLang="en-US" sz="1800" b="0" dirty="0">
                          <a:latin typeface="微软雅黑" panose="020B0503020204020204" charset="-122"/>
                          <a:ea typeface="微软雅黑" panose="020B0503020204020204" charset="-122"/>
                        </a:rPr>
                        <a:t>类型</a:t>
                      </a:r>
                      <a:endParaRPr lang="en-US" altLang="en-US" sz="1800">
                        <a:latin typeface="微软雅黑" panose="020B0503020204020204" charset="-122"/>
                        <a:ea typeface="微软雅黑" panose="020B0503020204020204" charset="-122"/>
                      </a:endParaRPr>
                    </a:p>
                  </a:txBody>
                  <a:tcPr marL="68580" marR="68580" marT="0" marB="0" anchor="ctr"/>
                </a:tc>
                <a:tc>
                  <a:txBody>
                    <a:bodyPr/>
                    <a:lstStyle/>
                    <a:p>
                      <a:pPr indent="0" algn="ctr">
                        <a:buNone/>
                      </a:pPr>
                      <a:r>
                        <a:rPr lang="en-US" sz="1800">
                          <a:latin typeface="微软雅黑" panose="020B0503020204020204" charset="-122"/>
                          <a:ea typeface="微软雅黑" panose="020B0503020204020204" charset="-122"/>
                        </a:rPr>
                        <a:t>序号</a:t>
                      </a:r>
                      <a:endParaRPr lang="en-US" altLang="en-US" sz="1800">
                        <a:latin typeface="微软雅黑" panose="020B0503020204020204" charset="-122"/>
                        <a:ea typeface="微软雅黑" panose="020B0503020204020204" charset="-122"/>
                      </a:endParaRPr>
                    </a:p>
                  </a:txBody>
                  <a:tcPr marL="68580" marR="68580" marT="0" marB="0" anchor="ctr"/>
                </a:tc>
                <a:tc>
                  <a:txBody>
                    <a:bodyPr/>
                    <a:lstStyle/>
                    <a:p>
                      <a:pPr algn="ctr">
                        <a:buClrTx/>
                        <a:buSzTx/>
                        <a:buFontTx/>
                        <a:buNone/>
                      </a:pPr>
                      <a:r>
                        <a:rPr lang="en-US" sz="1800">
                          <a:latin typeface="微软雅黑" panose="020B0503020204020204" charset="-122"/>
                          <a:ea typeface="微软雅黑" panose="020B0503020204020204" charset="-122"/>
                        </a:rPr>
                        <a:t>软硬件</a:t>
                      </a:r>
                      <a:endParaRPr lang="en-US" sz="1800" dirty="0">
                        <a:latin typeface="微软雅黑" panose="020B0503020204020204" charset="-122"/>
                        <a:ea typeface="微软雅黑" panose="020B0503020204020204" charset="-122"/>
                      </a:endParaRPr>
                    </a:p>
                  </a:txBody>
                  <a:tcPr marL="68580" marR="68580" marT="0" marB="0" anchor="ctr"/>
                </a:tc>
                <a:tc>
                  <a:txBody>
                    <a:bodyPr/>
                    <a:lstStyle/>
                    <a:p>
                      <a:pPr algn="ctr">
                        <a:buClrTx/>
                        <a:buSzTx/>
                        <a:buFontTx/>
                        <a:buNone/>
                      </a:pPr>
                      <a:r>
                        <a:rPr lang="en-US" sz="1800">
                          <a:latin typeface="微软雅黑" panose="020B0503020204020204" charset="-122"/>
                          <a:ea typeface="微软雅黑" panose="020B0503020204020204" charset="-122"/>
                        </a:rPr>
                        <a:t>规格</a:t>
                      </a:r>
                    </a:p>
                  </a:txBody>
                  <a:tcPr marL="68580" marR="68580" marT="0" marB="0" anchor="ctr"/>
                </a:tc>
                <a:extLst>
                  <a:ext uri="{0D108BD9-81ED-4DB2-BD59-A6C34878D82A}">
                    <a16:rowId xmlns:a16="http://schemas.microsoft.com/office/drawing/2014/main" val="10000"/>
                  </a:ext>
                </a:extLst>
              </a:tr>
              <a:tr h="584200">
                <a:tc rowSpan="3">
                  <a:txBody>
                    <a:bodyPr/>
                    <a:lstStyle/>
                    <a:p>
                      <a:pPr indent="0" algn="ctr">
                        <a:buNone/>
                      </a:pPr>
                      <a:r>
                        <a:rPr lang="zh-CN" altLang="en-US" sz="1800" dirty="0">
                          <a:latin typeface="微软雅黑" panose="020B0503020204020204" charset="-122"/>
                          <a:ea typeface="微软雅黑" panose="020B0503020204020204" charset="-122"/>
                        </a:rPr>
                        <a:t>攻击机</a:t>
                      </a:r>
                      <a:endParaRPr lang="en-US" altLang="en-US" sz="1800" dirty="0">
                        <a:latin typeface="微软雅黑" panose="020B0503020204020204" charset="-122"/>
                        <a:ea typeface="微软雅黑" panose="020B0503020204020204" charset="-122"/>
                      </a:endParaRPr>
                    </a:p>
                  </a:txBody>
                  <a:tcPr marL="68580" marR="68580" marT="0" marB="0" anchor="ctr"/>
                </a:tc>
                <a:tc>
                  <a:txBody>
                    <a:bodyPr/>
                    <a:lstStyle/>
                    <a:p>
                      <a:pPr indent="0" algn="ctr">
                        <a:buNone/>
                      </a:pPr>
                      <a:r>
                        <a:rPr lang="en-US" sz="1800" dirty="0">
                          <a:latin typeface="微软雅黑" panose="020B0503020204020204" charset="-122"/>
                          <a:ea typeface="微软雅黑" panose="020B0503020204020204" charset="-122"/>
                        </a:rPr>
                        <a:t>1</a:t>
                      </a:r>
                      <a:endParaRPr lang="en-US" altLang="en-US" sz="1800" dirty="0">
                        <a:latin typeface="微软雅黑" panose="020B0503020204020204" charset="-122"/>
                        <a:ea typeface="微软雅黑" panose="020B0503020204020204" charset="-122"/>
                      </a:endParaRPr>
                    </a:p>
                  </a:txBody>
                  <a:tcPr marL="68580" marR="68580" marT="0" marB="0" anchor="ctr"/>
                </a:tc>
                <a:tc>
                  <a:txBody>
                    <a:bodyPr/>
                    <a:lstStyle/>
                    <a:p>
                      <a:pPr algn="ctr">
                        <a:buClrTx/>
                        <a:buSzTx/>
                        <a:buFontTx/>
                        <a:buNone/>
                      </a:pPr>
                      <a:r>
                        <a:rPr lang="zh-CN" altLang="en-US" sz="1800" b="0" dirty="0">
                          <a:latin typeface="微软雅黑" panose="020B0503020204020204" charset="-122"/>
                          <a:ea typeface="微软雅黑" panose="020B0503020204020204" charset="-122"/>
                        </a:rPr>
                        <a:t>数量</a:t>
                      </a:r>
                    </a:p>
                  </a:txBody>
                  <a:tcPr marL="68580" marR="68580" marT="0" marB="0" anchor="ctr"/>
                </a:tc>
                <a:tc>
                  <a:txBody>
                    <a:bodyPr/>
                    <a:lstStyle/>
                    <a:p>
                      <a:pPr algn="ctr">
                        <a:buClrTx/>
                        <a:buSzTx/>
                        <a:buFontTx/>
                        <a:buNone/>
                      </a:pPr>
                      <a:r>
                        <a:rPr lang="zh-CN" altLang="en-US" sz="1800" b="0" dirty="0">
                          <a:latin typeface="微软雅黑" panose="020B0503020204020204" charset="-122"/>
                          <a:ea typeface="微软雅黑" panose="020B0503020204020204" charset="-122"/>
                        </a:rPr>
                        <a:t>1台</a:t>
                      </a:r>
                    </a:p>
                  </a:txBody>
                  <a:tcPr marL="68580" marR="68580" marT="0" marB="0" anchor="ctr"/>
                </a:tc>
                <a:extLst>
                  <a:ext uri="{0D108BD9-81ED-4DB2-BD59-A6C34878D82A}">
                    <a16:rowId xmlns:a16="http://schemas.microsoft.com/office/drawing/2014/main" val="10001"/>
                  </a:ext>
                </a:extLst>
              </a:tr>
              <a:tr h="584200">
                <a:tc vMerge="1">
                  <a:txBody>
                    <a:bodyPr/>
                    <a:lstStyle/>
                    <a:p>
                      <a:endParaRPr lang="zh-CN"/>
                    </a:p>
                  </a:txBody>
                  <a:tcPr/>
                </a:tc>
                <a:tc>
                  <a:txBody>
                    <a:bodyPr/>
                    <a:lstStyle/>
                    <a:p>
                      <a:pPr indent="0" algn="ctr">
                        <a:buNone/>
                      </a:pPr>
                      <a:r>
                        <a:rPr lang="en-US" sz="1800" dirty="0">
                          <a:latin typeface="微软雅黑" panose="020B0503020204020204" charset="-122"/>
                          <a:ea typeface="微软雅黑" panose="020B0503020204020204" charset="-122"/>
                        </a:rPr>
                        <a:t>2</a:t>
                      </a:r>
                      <a:endParaRPr lang="en-US" altLang="en-US" sz="1800" dirty="0">
                        <a:latin typeface="微软雅黑" panose="020B0503020204020204" charset="-122"/>
                        <a:ea typeface="微软雅黑" panose="020B0503020204020204" charset="-122"/>
                      </a:endParaRPr>
                    </a:p>
                  </a:txBody>
                  <a:tcPr marL="68580" marR="68580" marT="0" marB="0" anchor="ctr"/>
                </a:tc>
                <a:tc>
                  <a:txBody>
                    <a:bodyPr/>
                    <a:lstStyle/>
                    <a:p>
                      <a:pPr algn="ctr">
                        <a:buClrTx/>
                        <a:buSzTx/>
                        <a:buFontTx/>
                        <a:buNone/>
                      </a:pPr>
                      <a:r>
                        <a:rPr lang="zh-CN" altLang="en-US" sz="1800" b="0" dirty="0">
                          <a:latin typeface="微软雅黑" panose="020B0503020204020204" charset="-122"/>
                          <a:ea typeface="微软雅黑" panose="020B0503020204020204" charset="-122"/>
                        </a:rPr>
                        <a:t>操作系统版本</a:t>
                      </a:r>
                    </a:p>
                  </a:txBody>
                  <a:tcPr marL="68580" marR="68580" marT="0" marB="0" anchor="ctr"/>
                </a:tc>
                <a:tc>
                  <a:txBody>
                    <a:bodyPr/>
                    <a:lstStyle/>
                    <a:p>
                      <a:pPr algn="ctr">
                        <a:buClrTx/>
                        <a:buSzTx/>
                        <a:buFontTx/>
                        <a:buNone/>
                      </a:pPr>
                      <a:r>
                        <a:rPr lang="zh-CN" altLang="en-US" sz="1800" b="0" dirty="0">
                          <a:latin typeface="微软雅黑" panose="020B0503020204020204" charset="-122"/>
                          <a:ea typeface="微软雅黑" panose="020B0503020204020204" charset="-122"/>
                        </a:rPr>
                        <a:t>Kali Linux 2021</a:t>
                      </a:r>
                    </a:p>
                  </a:txBody>
                  <a:tcPr marL="68580" marR="68580" marT="0" marB="0" anchor="ctr"/>
                </a:tc>
                <a:extLst>
                  <a:ext uri="{0D108BD9-81ED-4DB2-BD59-A6C34878D82A}">
                    <a16:rowId xmlns:a16="http://schemas.microsoft.com/office/drawing/2014/main" val="10002"/>
                  </a:ext>
                </a:extLst>
              </a:tr>
              <a:tr h="584200">
                <a:tc vMerge="1">
                  <a:txBody>
                    <a:bodyPr/>
                    <a:lstStyle/>
                    <a:p>
                      <a:endParaRPr lang="zh-CN"/>
                    </a:p>
                  </a:txBody>
                  <a:tcPr/>
                </a:tc>
                <a:tc>
                  <a:txBody>
                    <a:bodyPr/>
                    <a:lstStyle/>
                    <a:p>
                      <a:pPr indent="0" algn="ctr">
                        <a:buNone/>
                      </a:pPr>
                      <a:r>
                        <a:rPr lang="en-US" sz="1800">
                          <a:latin typeface="微软雅黑" panose="020B0503020204020204" charset="-122"/>
                          <a:ea typeface="微软雅黑" panose="020B0503020204020204" charset="-122"/>
                        </a:rPr>
                        <a:t>3</a:t>
                      </a:r>
                      <a:endParaRPr lang="en-US" altLang="en-US" sz="1800">
                        <a:latin typeface="微软雅黑" panose="020B0503020204020204" charset="-122"/>
                        <a:ea typeface="微软雅黑" panose="020B0503020204020204" charset="-122"/>
                      </a:endParaRPr>
                    </a:p>
                  </a:txBody>
                  <a:tcPr marL="68580" marR="68580" marT="0" marB="0" anchor="ctr"/>
                </a:tc>
                <a:tc>
                  <a:txBody>
                    <a:bodyPr/>
                    <a:lstStyle/>
                    <a:p>
                      <a:pPr algn="ctr">
                        <a:buClrTx/>
                        <a:buSzTx/>
                        <a:buFontTx/>
                        <a:buNone/>
                      </a:pPr>
                      <a:r>
                        <a:rPr lang="zh-CN" altLang="en-US" sz="1800" b="0" dirty="0">
                          <a:latin typeface="微软雅黑" panose="020B0503020204020204" charset="-122"/>
                          <a:ea typeface="微软雅黑" panose="020B0503020204020204" charset="-122"/>
                        </a:rPr>
                        <a:t>软件版本</a:t>
                      </a:r>
                    </a:p>
                  </a:txBody>
                  <a:tcPr marL="68580" marR="68580" marT="0" marB="0" anchor="ctr"/>
                </a:tc>
                <a:tc>
                  <a:txBody>
                    <a:bodyPr/>
                    <a:lstStyle/>
                    <a:p>
                      <a:pPr algn="ctr">
                        <a:buClrTx/>
                        <a:buSzTx/>
                        <a:buFontTx/>
                        <a:buNone/>
                      </a:pPr>
                      <a:r>
                        <a:rPr lang="zh-CN" altLang="en-US" sz="1800" b="0" dirty="0">
                          <a:latin typeface="微软雅黑" panose="020B0503020204020204" charset="-122"/>
                          <a:ea typeface="微软雅黑" panose="020B0503020204020204" charset="-122"/>
                        </a:rPr>
                        <a:t>The Social Engineering Tools(SET) v8.0.3 </a:t>
                      </a:r>
                    </a:p>
                  </a:txBody>
                  <a:tcPr marL="68580" marR="68580" marT="0" marB="0" anchor="ctr"/>
                </a:tc>
                <a:extLst>
                  <a:ext uri="{0D108BD9-81ED-4DB2-BD59-A6C34878D82A}">
                    <a16:rowId xmlns:a16="http://schemas.microsoft.com/office/drawing/2014/main" val="10003"/>
                  </a:ext>
                </a:extLst>
              </a:tr>
              <a:tr h="584200">
                <a:tc rowSpan="3">
                  <a:txBody>
                    <a:bodyPr/>
                    <a:lstStyle/>
                    <a:p>
                      <a:pPr indent="0" algn="ctr">
                        <a:buNone/>
                      </a:pPr>
                      <a:r>
                        <a:rPr lang="zh-CN" altLang="en-US" sz="1800" dirty="0">
                          <a:latin typeface="微软雅黑" panose="020B0503020204020204" charset="-122"/>
                          <a:ea typeface="微软雅黑" panose="020B0503020204020204" charset="-122"/>
                        </a:rPr>
                        <a:t>靶机</a:t>
                      </a:r>
                      <a:endParaRPr lang="en-US" altLang="en-US" sz="1800" dirty="0">
                        <a:latin typeface="微软雅黑" panose="020B0503020204020204" charset="-122"/>
                        <a:ea typeface="微软雅黑" panose="020B0503020204020204" charset="-122"/>
                      </a:endParaRPr>
                    </a:p>
                  </a:txBody>
                  <a:tcPr marL="68580" marR="68580" marT="0" marB="0" anchor="ctr"/>
                </a:tc>
                <a:tc>
                  <a:txBody>
                    <a:bodyPr/>
                    <a:lstStyle/>
                    <a:p>
                      <a:pPr indent="0" algn="ctr">
                        <a:buNone/>
                      </a:pPr>
                      <a:r>
                        <a:rPr lang="en-US" sz="1800" dirty="0">
                          <a:latin typeface="微软雅黑" panose="020B0503020204020204" charset="-122"/>
                          <a:ea typeface="微软雅黑" panose="020B0503020204020204" charset="-122"/>
                        </a:rPr>
                        <a:t>1</a:t>
                      </a:r>
                      <a:endParaRPr lang="en-US" altLang="en-US" sz="1800" dirty="0">
                        <a:latin typeface="微软雅黑" panose="020B0503020204020204" charset="-122"/>
                        <a:ea typeface="微软雅黑" panose="020B0503020204020204" charset="-122"/>
                      </a:endParaRPr>
                    </a:p>
                  </a:txBody>
                  <a:tcPr marL="68580" marR="68580" marT="0" marB="0" anchor="ctr"/>
                </a:tc>
                <a:tc>
                  <a:txBody>
                    <a:bodyPr/>
                    <a:lstStyle/>
                    <a:p>
                      <a:pPr algn="ctr">
                        <a:buClrTx/>
                        <a:buSzTx/>
                        <a:buFontTx/>
                        <a:buNone/>
                      </a:pPr>
                      <a:r>
                        <a:rPr lang="zh-CN" altLang="en-US" sz="1800" b="0" dirty="0">
                          <a:latin typeface="微软雅黑" panose="020B0503020204020204" charset="-122"/>
                          <a:ea typeface="微软雅黑" panose="020B0503020204020204" charset="-122"/>
                        </a:rPr>
                        <a:t>数量</a:t>
                      </a:r>
                    </a:p>
                  </a:txBody>
                  <a:tcPr marL="68580" marR="68580" marT="0" marB="0" anchor="ctr"/>
                </a:tc>
                <a:tc>
                  <a:txBody>
                    <a:bodyPr/>
                    <a:lstStyle/>
                    <a:p>
                      <a:pPr algn="ctr">
                        <a:buClrTx/>
                        <a:buSzTx/>
                        <a:buFontTx/>
                        <a:buNone/>
                      </a:pPr>
                      <a:r>
                        <a:rPr lang="zh-CN" altLang="en-US" sz="1800" b="0" dirty="0">
                          <a:latin typeface="微软雅黑" panose="020B0503020204020204" charset="-122"/>
                          <a:ea typeface="微软雅黑" panose="020B0503020204020204" charset="-122"/>
                        </a:rPr>
                        <a:t>1台</a:t>
                      </a:r>
                    </a:p>
                  </a:txBody>
                  <a:tcPr marL="68580" marR="68580" marT="0" marB="0" anchor="ctr"/>
                </a:tc>
                <a:extLst>
                  <a:ext uri="{0D108BD9-81ED-4DB2-BD59-A6C34878D82A}">
                    <a16:rowId xmlns:a16="http://schemas.microsoft.com/office/drawing/2014/main" val="10004"/>
                  </a:ext>
                </a:extLst>
              </a:tr>
              <a:tr h="584200">
                <a:tc vMerge="1">
                  <a:txBody>
                    <a:bodyPr/>
                    <a:lstStyle/>
                    <a:p>
                      <a:endParaRPr lang="zh-CN"/>
                    </a:p>
                  </a:txBody>
                  <a:tcPr/>
                </a:tc>
                <a:tc>
                  <a:txBody>
                    <a:bodyPr/>
                    <a:lstStyle/>
                    <a:p>
                      <a:pPr indent="0" algn="ctr">
                        <a:buNone/>
                      </a:pPr>
                      <a:r>
                        <a:rPr lang="en-US" sz="1800" dirty="0">
                          <a:latin typeface="微软雅黑" panose="020B0503020204020204" charset="-122"/>
                          <a:ea typeface="微软雅黑" panose="020B0503020204020204" charset="-122"/>
                        </a:rPr>
                        <a:t>2</a:t>
                      </a:r>
                      <a:endParaRPr lang="en-US" altLang="en-US" sz="1800" dirty="0">
                        <a:latin typeface="微软雅黑" panose="020B0503020204020204" charset="-122"/>
                        <a:ea typeface="微软雅黑" panose="020B0503020204020204" charset="-122"/>
                      </a:endParaRPr>
                    </a:p>
                  </a:txBody>
                  <a:tcPr marL="68580" marR="68580" marT="0" marB="0" anchor="ctr"/>
                </a:tc>
                <a:tc>
                  <a:txBody>
                    <a:bodyPr/>
                    <a:lstStyle/>
                    <a:p>
                      <a:pPr algn="ctr">
                        <a:buClrTx/>
                        <a:buSzTx/>
                        <a:buFontTx/>
                        <a:buNone/>
                      </a:pPr>
                      <a:r>
                        <a:rPr lang="zh-CN" altLang="en-US" sz="1800" b="0" dirty="0">
                          <a:latin typeface="微软雅黑" panose="020B0503020204020204" charset="-122"/>
                          <a:ea typeface="微软雅黑" panose="020B0503020204020204" charset="-122"/>
                        </a:rPr>
                        <a:t>操作系统版本</a:t>
                      </a:r>
                    </a:p>
                  </a:txBody>
                  <a:tcPr marL="68580" marR="68580" marT="0" marB="0" anchor="ctr"/>
                </a:tc>
                <a:tc>
                  <a:txBody>
                    <a:bodyPr/>
                    <a:lstStyle/>
                    <a:p>
                      <a:pPr algn="ctr">
                        <a:buClrTx/>
                        <a:buSzTx/>
                        <a:buFontTx/>
                        <a:buNone/>
                      </a:pPr>
                      <a:r>
                        <a:rPr lang="zh-CN" altLang="en-US" sz="1800" b="0" dirty="0">
                          <a:latin typeface="微软雅黑" panose="020B0503020204020204" charset="-122"/>
                          <a:ea typeface="微软雅黑" panose="020B0503020204020204" charset="-122"/>
                        </a:rPr>
                        <a:t>Windows XP</a:t>
                      </a:r>
                    </a:p>
                  </a:txBody>
                  <a:tcPr marL="68580" marR="68580" marT="0" marB="0" anchor="ctr"/>
                </a:tc>
                <a:extLst>
                  <a:ext uri="{0D108BD9-81ED-4DB2-BD59-A6C34878D82A}">
                    <a16:rowId xmlns:a16="http://schemas.microsoft.com/office/drawing/2014/main" val="10005"/>
                  </a:ext>
                </a:extLst>
              </a:tr>
              <a:tr h="584200">
                <a:tc vMerge="1">
                  <a:txBody>
                    <a:bodyPr/>
                    <a:lstStyle/>
                    <a:p>
                      <a:endParaRPr lang="zh-CN"/>
                    </a:p>
                  </a:txBody>
                  <a:tcPr/>
                </a:tc>
                <a:tc>
                  <a:txBody>
                    <a:bodyPr/>
                    <a:lstStyle/>
                    <a:p>
                      <a:pPr indent="0" algn="ctr">
                        <a:buNone/>
                      </a:pPr>
                      <a:endParaRPr lang="en-US" altLang="en-US" sz="1800" dirty="0">
                        <a:latin typeface="微软雅黑" panose="020B0503020204020204" charset="-122"/>
                        <a:ea typeface="微软雅黑" panose="020B0503020204020204" charset="-122"/>
                      </a:endParaRPr>
                    </a:p>
                  </a:txBody>
                  <a:tcPr marL="68580" marR="68580" marT="0" marB="0" anchor="ctr"/>
                </a:tc>
                <a:tc>
                  <a:txBody>
                    <a:bodyPr/>
                    <a:lstStyle/>
                    <a:p>
                      <a:pPr algn="ctr">
                        <a:buClrTx/>
                        <a:buSzTx/>
                        <a:buFontTx/>
                        <a:buNone/>
                      </a:pPr>
                      <a:r>
                        <a:rPr lang="zh-CN" altLang="en-US" sz="1800" b="0" dirty="0">
                          <a:latin typeface="微软雅黑" panose="020B0503020204020204" charset="-122"/>
                          <a:ea typeface="微软雅黑" panose="020B0503020204020204" charset="-122"/>
                        </a:rPr>
                        <a:t>软件版本</a:t>
                      </a:r>
                    </a:p>
                  </a:txBody>
                  <a:tcPr marL="68580" marR="68580" marT="0" marB="0" anchor="ctr"/>
                </a:tc>
                <a:tc>
                  <a:txBody>
                    <a:bodyPr/>
                    <a:lstStyle/>
                    <a:p>
                      <a:pPr algn="ctr">
                        <a:buClrTx/>
                        <a:buSzTx/>
                        <a:buFontTx/>
                        <a:buNone/>
                      </a:pPr>
                      <a:r>
                        <a:rPr lang="zh-CN" altLang="en-US" sz="1800" b="0" dirty="0">
                          <a:latin typeface="微软雅黑" panose="020B0503020204020204" charset="-122"/>
                          <a:ea typeface="微软雅黑" panose="020B0503020204020204" charset="-122"/>
                        </a:rPr>
                        <a:t>无</a:t>
                      </a:r>
                    </a:p>
                  </a:txBody>
                  <a:tcPr marL="68580" marR="68580" marT="0" marB="0" anchor="ctr"/>
                </a:tc>
                <a:extLst>
                  <a:ext uri="{0D108BD9-81ED-4DB2-BD59-A6C34878D82A}">
                    <a16:rowId xmlns:a16="http://schemas.microsoft.com/office/drawing/2014/main" val="10006"/>
                  </a:ext>
                </a:extLst>
              </a:tr>
            </a:tbl>
          </a:graphicData>
        </a:graphic>
      </p:graphicFrame>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en-US" altLang="zh-CN"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2</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0892790" cy="2030095"/>
          </a:xfrm>
          <a:prstGeom prst="rect">
            <a:avLst/>
          </a:prstGeom>
        </p:spPr>
        <p:txBody>
          <a:bodyPr wrap="square">
            <a:spAutoFit/>
          </a:bodyPr>
          <a:lstStyle/>
          <a:p>
            <a:pPr indent="-342900" algn="just">
              <a:lnSpc>
                <a:spcPct val="150000"/>
              </a:lnSpc>
              <a:buFont typeface="Wingdings" panose="05000000000000000000" charset="0"/>
              <a:buChar char="n"/>
              <a:defRPr/>
            </a:pPr>
            <a:r>
              <a:rPr lang="zh-CN" altLang="en-US" sz="24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电子邮件攻击</a:t>
            </a:r>
          </a:p>
          <a:p>
            <a:pPr indent="269875" algn="just" fontAlgn="auto">
              <a:lnSpc>
                <a:spcPct val="150000"/>
              </a:lnSpc>
            </a:pPr>
            <a:r>
              <a:rPr altLang="zh-CN" sz="2000" dirty="0">
                <a:solidFill>
                  <a:srgbClr val="000000"/>
                </a:solidFill>
                <a:effectLst>
                  <a:outerShdw blurRad="38100" dist="38100" dir="2700000" algn="tl">
                    <a:srgbClr val="000000">
                      <a:alpha val="43137"/>
                    </a:srgbClr>
                  </a:outerShdw>
                </a:effectLst>
                <a:latin typeface="Arial" panose="020B0604020202020204"/>
                <a:ea typeface="微软雅黑" panose="020B0503020204020204" charset="-122"/>
              </a:rPr>
              <a:t>电子邮件攻击是一种专门针对电子邮件系统的 DoS/DDoS攻击方式。由于电子邮件在互联网中的应用非常普遍，同时与电子邮件相关的 SNMP、POP3 和 IMAP 等协议在设计上都存在一定的安全漏洞，为攻击的实施提供了可被利用的资源。</a:t>
            </a:r>
            <a:endParaRPr lang="zh-CN" altLang="zh-CN" sz="2000" dirty="0">
              <a:solidFill>
                <a:srgbClr val="000000"/>
              </a:solidFill>
              <a:effectLst>
                <a:outerShdw blurRad="38100" dist="38100" dir="2700000" algn="tl">
                  <a:srgbClr val="000000">
                    <a:alpha val="43137"/>
                  </a:srgbClr>
                </a:outerShdw>
              </a:effectLst>
              <a:latin typeface="Arial" panose="020B0604020202020204"/>
              <a:ea typeface="微软雅黑" panose="020B0503020204020204" charset="-122"/>
            </a:endParaRP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7"/>
          <a:stretch>
            <a:fillRect/>
          </a:stretch>
        </p:blipFill>
        <p:spPr>
          <a:xfrm>
            <a:off x="9488805" y="5410835"/>
            <a:ext cx="2703260" cy="144720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en-US" altLang="zh-CN"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3</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9444899" cy="2491740"/>
          </a:xfrm>
          <a:prstGeom prst="rect">
            <a:avLst/>
          </a:prstGeom>
        </p:spPr>
        <p:txBody>
          <a:bodyPr wrap="square">
            <a:spAutoFit/>
          </a:bodyPr>
          <a:lstStyle/>
          <a:p>
            <a:pPr indent="-342900" algn="just">
              <a:lnSpc>
                <a:spcPct val="150000"/>
              </a:lnSpc>
              <a:buFont typeface="Wingdings" panose="05000000000000000000" charset="0"/>
              <a:buChar char="n"/>
              <a:defRPr/>
            </a:pPr>
            <a:r>
              <a:rPr lang="zh-CN" altLang="en-US" sz="24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电子邮件攻击目的</a:t>
            </a:r>
          </a:p>
          <a:p>
            <a:pPr marL="800100" lvl="1" indent="-342900" algn="just" fontAlgn="auto">
              <a:lnSpc>
                <a:spcPct val="150000"/>
              </a:lnSpc>
              <a:buFont typeface="Wingdings" panose="05000000000000000000" charset="0"/>
              <a:buChar char="n"/>
            </a:pPr>
            <a:r>
              <a:rPr sz="2000" dirty="0">
                <a:solidFill>
                  <a:srgbClr val="000000"/>
                </a:solidFill>
                <a:effectLst>
                  <a:outerShdw blurRad="38100" dist="38100" dir="2700000" algn="tl">
                    <a:srgbClr val="000000">
                      <a:alpha val="43137"/>
                    </a:srgbClr>
                  </a:outerShdw>
                </a:effectLst>
                <a:latin typeface="Arial" panose="020B0604020202020204"/>
                <a:ea typeface="微软雅黑" panose="020B0503020204020204" charset="-122"/>
              </a:rPr>
              <a:t>窃取和篡改数据</a:t>
            </a:r>
          </a:p>
          <a:p>
            <a:pPr marL="800100" lvl="1" indent="-342900" algn="just" fontAlgn="auto">
              <a:lnSpc>
                <a:spcPct val="150000"/>
              </a:lnSpc>
              <a:buFont typeface="Wingdings" panose="05000000000000000000" charset="0"/>
              <a:buChar char="n"/>
            </a:pPr>
            <a:r>
              <a:rPr sz="2000" dirty="0">
                <a:solidFill>
                  <a:srgbClr val="000000"/>
                </a:solidFill>
                <a:effectLst>
                  <a:outerShdw blurRad="38100" dist="38100" dir="2700000" algn="tl">
                    <a:srgbClr val="000000">
                      <a:alpha val="43137"/>
                    </a:srgbClr>
                  </a:outerShdw>
                </a:effectLst>
                <a:latin typeface="Arial" panose="020B0604020202020204"/>
                <a:ea typeface="微软雅黑" panose="020B0503020204020204" charset="-122"/>
              </a:rPr>
              <a:t>伪造邮件</a:t>
            </a:r>
          </a:p>
          <a:p>
            <a:pPr marL="800100" lvl="1" indent="-342900" algn="just" fontAlgn="auto">
              <a:lnSpc>
                <a:spcPct val="150000"/>
              </a:lnSpc>
              <a:buFont typeface="Wingdings" panose="05000000000000000000" charset="0"/>
              <a:buChar char="n"/>
            </a:pPr>
            <a:r>
              <a:rPr sz="2000" dirty="0">
                <a:solidFill>
                  <a:srgbClr val="000000"/>
                </a:solidFill>
                <a:effectLst>
                  <a:outerShdw blurRad="38100" dist="38100" dir="2700000" algn="tl">
                    <a:srgbClr val="000000">
                      <a:alpha val="43137"/>
                    </a:srgbClr>
                  </a:outerShdw>
                </a:effectLst>
                <a:latin typeface="Arial" panose="020B0604020202020204"/>
                <a:ea typeface="微软雅黑" panose="020B0503020204020204" charset="-122"/>
              </a:rPr>
              <a:t>拒绝服务</a:t>
            </a:r>
          </a:p>
          <a:p>
            <a:pPr marL="800100" lvl="1" indent="-342900" algn="just" fontAlgn="auto">
              <a:lnSpc>
                <a:spcPct val="150000"/>
              </a:lnSpc>
              <a:buFont typeface="Wingdings" panose="05000000000000000000" charset="0"/>
              <a:buChar char="n"/>
            </a:pPr>
            <a:r>
              <a:rPr sz="2000" dirty="0">
                <a:solidFill>
                  <a:srgbClr val="000000"/>
                </a:solidFill>
                <a:effectLst>
                  <a:outerShdw blurRad="38100" dist="38100" dir="2700000" algn="tl">
                    <a:srgbClr val="000000">
                      <a:alpha val="43137"/>
                    </a:srgbClr>
                  </a:outerShdw>
                </a:effectLst>
                <a:latin typeface="Arial" panose="020B0604020202020204"/>
                <a:ea typeface="微软雅黑" panose="020B0503020204020204" charset="-122"/>
              </a:rPr>
              <a:t>病毒</a:t>
            </a:r>
            <a:endParaRPr lang="en-US" sz="2400" dirty="0">
              <a:solidFill>
                <a:srgbClr val="000000"/>
              </a:solidFill>
              <a:effectLst>
                <a:outerShdw blurRad="38100" dist="38100" dir="2700000" algn="tl">
                  <a:srgbClr val="000000">
                    <a:alpha val="43137"/>
                  </a:srgbClr>
                </a:outerShdw>
              </a:effectLst>
              <a:latin typeface="Arial" panose="020B0604020202020204"/>
              <a:ea typeface="微软雅黑" panose="020B0503020204020204" charset="-122"/>
            </a:endParaRP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7"/>
          <a:stretch>
            <a:fillRect/>
          </a:stretch>
        </p:blipFill>
        <p:spPr>
          <a:xfrm>
            <a:off x="9488805" y="5410835"/>
            <a:ext cx="2703260" cy="144720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en-US" altLang="zh-CN"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4</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9444899" cy="3876675"/>
          </a:xfrm>
          <a:prstGeom prst="rect">
            <a:avLst/>
          </a:prstGeom>
        </p:spPr>
        <p:txBody>
          <a:bodyPr wrap="square">
            <a:spAutoFit/>
          </a:bodyPr>
          <a:lstStyle/>
          <a:p>
            <a:pPr indent="-342900" algn="just">
              <a:lnSpc>
                <a:spcPct val="150000"/>
              </a:lnSpc>
              <a:buFont typeface="Wingdings" panose="05000000000000000000" charset="0"/>
              <a:buChar char="n"/>
              <a:defRPr/>
            </a:pPr>
            <a:r>
              <a:rPr lang="zh-CN" altLang="en-US" sz="24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社会工程学</a:t>
            </a:r>
          </a:p>
          <a:p>
            <a:pPr marL="800100" lvl="1" indent="-342900" algn="just" fontAlgn="auto">
              <a:lnSpc>
                <a:spcPct val="150000"/>
              </a:lnSpc>
              <a:buFont typeface="Wingdings" panose="05000000000000000000" charset="0"/>
              <a:buChar char="n"/>
            </a:pPr>
            <a:r>
              <a:rPr sz="2000" dirty="0">
                <a:solidFill>
                  <a:srgbClr val="000000"/>
                </a:solidFill>
                <a:effectLst>
                  <a:outerShdw blurRad="38100" dist="38100" dir="2700000" algn="tl">
                    <a:srgbClr val="000000">
                      <a:alpha val="43137"/>
                    </a:srgbClr>
                  </a:outerShdw>
                </a:effectLst>
                <a:latin typeface="Arial" panose="020B0604020202020204"/>
                <a:ea typeface="微软雅黑" panose="020B0503020204020204" charset="-122"/>
              </a:rPr>
              <a:t>社会工程学是利用人性弱点获取目标系统有价值信息的系列方法，它是一种欺骗的艺术。 当缺乏目标系统的可用信息时，该方法是渗透测试者重要的手段之一。</a:t>
            </a:r>
          </a:p>
          <a:p>
            <a:pPr marL="800100" lvl="1" indent="-342900" algn="just" fontAlgn="auto">
              <a:lnSpc>
                <a:spcPct val="150000"/>
              </a:lnSpc>
              <a:buFont typeface="Wingdings" panose="05000000000000000000" charset="0"/>
              <a:buChar char="n"/>
            </a:pPr>
            <a:r>
              <a:rPr sz="2000" dirty="0">
                <a:solidFill>
                  <a:srgbClr val="000000"/>
                </a:solidFill>
                <a:effectLst>
                  <a:outerShdw blurRad="38100" dist="38100" dir="2700000" algn="tl">
                    <a:srgbClr val="000000">
                      <a:alpha val="43137"/>
                    </a:srgbClr>
                  </a:outerShdw>
                </a:effectLst>
                <a:latin typeface="Arial" panose="020B0604020202020204"/>
                <a:ea typeface="微软雅黑" panose="020B0503020204020204" charset="-122"/>
              </a:rPr>
              <a:t>社会工程学攻击者通常利用人与人间的关联是安全措施中最薄弱的一环这一特点，获取机密信息或受限数据。</a:t>
            </a:r>
          </a:p>
          <a:p>
            <a:pPr marL="800100" lvl="1" indent="-342900" algn="just" fontAlgn="auto">
              <a:lnSpc>
                <a:spcPct val="150000"/>
              </a:lnSpc>
              <a:buFont typeface="Wingdings" panose="05000000000000000000" charset="0"/>
              <a:buChar char="n"/>
            </a:pPr>
            <a:r>
              <a:rPr sz="2000" dirty="0">
                <a:solidFill>
                  <a:srgbClr val="000000"/>
                </a:solidFill>
                <a:effectLst>
                  <a:outerShdw blurRad="38100" dist="38100" dir="2700000" algn="tl">
                    <a:srgbClr val="000000">
                      <a:alpha val="43137"/>
                    </a:srgbClr>
                  </a:outerShdw>
                </a:effectLst>
                <a:latin typeface="Arial" panose="020B0604020202020204"/>
                <a:ea typeface="微软雅黑" panose="020B0503020204020204" charset="-122"/>
              </a:rPr>
              <a:t>社会工程学的实现方式多种多样，而且每种方式取得的效果可根据采用的方式和手段不同，也会不同。</a:t>
            </a:r>
            <a:endParaRPr lang="en-US" sz="2000" dirty="0">
              <a:solidFill>
                <a:srgbClr val="000000"/>
              </a:solidFill>
              <a:effectLst>
                <a:outerShdw blurRad="38100" dist="38100" dir="2700000" algn="tl">
                  <a:srgbClr val="000000">
                    <a:alpha val="43137"/>
                  </a:srgbClr>
                </a:outerShdw>
              </a:effectLst>
              <a:latin typeface="Arial" panose="020B0604020202020204"/>
              <a:ea typeface="微软雅黑" panose="020B0503020204020204" charset="-122"/>
            </a:endParaRP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7"/>
          <a:stretch>
            <a:fillRect/>
          </a:stretch>
        </p:blipFill>
        <p:spPr>
          <a:xfrm>
            <a:off x="9488805" y="5410835"/>
            <a:ext cx="2703260" cy="144720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5</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1476375"/>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Step1：登录Kali Linux主机，如果进入的是命令行模式，可以输入startx进入图形界面。进入图形化界面后，打开终端窗口输入:setoolkit，启动社会工程师工具包（SET，Social-Engineer Toolkit）。</a:t>
            </a:r>
            <a:endPar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endParaRP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511" descr="1-44"/>
          <p:cNvPicPr>
            <a:picLocks noChangeAspect="1"/>
          </p:cNvPicPr>
          <p:nvPr>
            <p:custDataLst>
              <p:tags r:id="rId5"/>
            </p:custDataLst>
          </p:nvPr>
        </p:nvPicPr>
        <p:blipFill>
          <a:blip r:embed="rId9"/>
          <a:stretch>
            <a:fillRect/>
          </a:stretch>
        </p:blipFill>
        <p:spPr>
          <a:xfrm>
            <a:off x="1096963" y="2920048"/>
            <a:ext cx="10800000" cy="1566897"/>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6</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3230245"/>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2</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：在欢迎界面的底部为SET的主要功能。各选项的含义如下：</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1) Social-Engineering Attacks 		#社会工程学攻击</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2) Penetration Testing (Fast-Track)  		#渗透测试（快速通道）</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3) Third Party Modules 			#第三方模块</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4) Update the Social-Engineer Toolkit  	#更新社工攻击包</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5) Update SET configuration 		#更新SET的设置</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6) Help, Credits, and About 			#帮助菜单和关于</a:t>
            </a:r>
          </a:p>
          <a:p>
            <a:pPr marL="571500" lvl="2" indent="0" algn="just">
              <a:lnSpc>
                <a:spcPct val="150000"/>
              </a:lnSpc>
              <a:buFont typeface="Wingdings" panose="05000000000000000000" charset="0"/>
              <a:buNone/>
              <a:defRPr/>
            </a:pP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本实验为利用社会工程学工具发送恶意邮件，因此选择1)Social-Engineering Attacks。</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488" descr="1-46"/>
          <p:cNvPicPr>
            <a:picLocks noChangeAspect="1"/>
          </p:cNvPicPr>
          <p:nvPr>
            <p:custDataLst>
              <p:tags r:id="rId5"/>
            </p:custDataLst>
          </p:nvPr>
        </p:nvPicPr>
        <p:blipFill>
          <a:blip r:embed="rId9"/>
          <a:stretch>
            <a:fillRect/>
          </a:stretch>
        </p:blipFill>
        <p:spPr>
          <a:xfrm>
            <a:off x="1382078" y="4300538"/>
            <a:ext cx="9424717" cy="252000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7</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4246245"/>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3</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：在出现的如图所示的界面中，显示该工具支持的社会工程学攻击方式：</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1) Spear-Phishing Attack Vectors </a:t>
            </a:r>
            <a:r>
              <a:rPr lang="en-US"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		</a:t>
            </a: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#鱼叉式网络钓鱼攻击</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2) Website Attack Vectors </a:t>
            </a:r>
            <a:r>
              <a:rPr lang="en-US"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			</a:t>
            </a: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#网页攻击</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3) Infectious Media Generator</a:t>
            </a:r>
            <a:r>
              <a:rPr lang="en-US"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		</a:t>
            </a: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#传染媒性媒体生成器</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4) Create a Payload and Listener 	</a:t>
            </a:r>
            <a:r>
              <a:rPr lang="en-US"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	</a:t>
            </a: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#创建有效载荷和监听</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5) Mass Mailer Attack 		</a:t>
            </a:r>
            <a:r>
              <a:rPr lang="en-US"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	</a:t>
            </a: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#群发邮件攻击</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6) Arduino-Based Attack Vector 	</a:t>
            </a:r>
            <a:r>
              <a:rPr lang="en-US"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	</a:t>
            </a: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#Arduino基础攻击</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7) Wireless Access Point Attack Vector  	#无线接入点攻击</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8) QRCode Generator Attack Vector 		#QRCode生成器攻击</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9) Powershell Attack Vectors 		#Powershell攻击</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10) Third Party Modules 			#第三方模块</a:t>
            </a:r>
            <a:endPar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endParaRP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7"/>
          <a:stretch>
            <a:fillRect/>
          </a:stretch>
        </p:blipFill>
        <p:spPr>
          <a:xfrm>
            <a:off x="9488805" y="5410835"/>
            <a:ext cx="2703260" cy="144720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8</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553085"/>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3</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a:t>
            </a: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本实验选择1)Spear-Phishing Attack Vectors。</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407" descr="1-47"/>
          <p:cNvPicPr>
            <a:picLocks noChangeAspect="1"/>
          </p:cNvPicPr>
          <p:nvPr>
            <p:custDataLst>
              <p:tags r:id="rId5"/>
            </p:custDataLst>
          </p:nvPr>
        </p:nvPicPr>
        <p:blipFill>
          <a:blip r:embed="rId9"/>
          <a:stretch>
            <a:fillRect/>
          </a:stretch>
        </p:blipFill>
        <p:spPr>
          <a:xfrm>
            <a:off x="1005523" y="1921510"/>
            <a:ext cx="10800000" cy="399810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9</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2122805"/>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4</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：在</a:t>
            </a:r>
            <a:r>
              <a:rPr 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攻防类型界面中</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。各选项的含义如下：</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1) Perform a Mass Email Attack 		#执行一次邮件攻击</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2) Create a FileFormat Payload 		#创建一个文件格式负荷</a:t>
            </a:r>
          </a:p>
          <a:p>
            <a:pPr lvl="2" indent="-342900" algn="just">
              <a:lnSpc>
                <a:spcPct val="150000"/>
              </a:lnSpc>
              <a:buFont typeface="Wingdings" panose="05000000000000000000" charset="0"/>
              <a:buChar char="n"/>
              <a:defRPr/>
            </a:pPr>
            <a:r>
              <a:rPr lang="zh-CN" altLang="zh-CN" sz="16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3) Create a Social-Engineering Template 	#创建一个社会工程学模板</a:t>
            </a:r>
          </a:p>
          <a:p>
            <a:pPr marL="571500" lvl="2" indent="0" algn="just">
              <a:lnSpc>
                <a:spcPct val="150000"/>
              </a:lnSpc>
              <a:buFont typeface="Wingdings" panose="05000000000000000000" charset="0"/>
              <a:buNone/>
              <a:defRPr/>
            </a:pP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本实验需要进行邮件攻击，所以选择1) Perform a Mass Email Attack。</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498" descr="1-48"/>
          <p:cNvPicPr>
            <a:picLocks noChangeAspect="1"/>
          </p:cNvPicPr>
          <p:nvPr>
            <p:custDataLst>
              <p:tags r:id="rId5"/>
            </p:custDataLst>
          </p:nvPr>
        </p:nvPicPr>
        <p:blipFill>
          <a:blip r:embed="rId9"/>
          <a:stretch>
            <a:fillRect/>
          </a:stretch>
        </p:blipFill>
        <p:spPr>
          <a:xfrm>
            <a:off x="1669733" y="3367405"/>
            <a:ext cx="8852096" cy="324000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10</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1476375"/>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5</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a:t>
            </a: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窗口显示了钓鱼攻击向量中可用的攻击漏洞。在本实验中，选择利用Abobe PDF的Collab.collectEmaillnfo漏洞来实现缓冲区溢出攻击，进而通过反弹Shell实现对目标主机的攻陷和控制，所以选择10) Abobe Collab.collectEmaillnfo Buffer Overflow。。</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406" descr="1-49"/>
          <p:cNvPicPr>
            <a:picLocks noChangeAspect="1"/>
          </p:cNvPicPr>
          <p:nvPr>
            <p:custDataLst>
              <p:tags r:id="rId5"/>
            </p:custDataLst>
          </p:nvPr>
        </p:nvPicPr>
        <p:blipFill>
          <a:blip r:embed="rId9"/>
          <a:stretch>
            <a:fillRect/>
          </a:stretch>
        </p:blipFill>
        <p:spPr>
          <a:xfrm>
            <a:off x="3233103" y="2634615"/>
            <a:ext cx="5723537" cy="396000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11</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553085"/>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6</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a:t>
            </a: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图中显示可利用的攻击载荷，本实验选择2）Windows Meterpreter Reverse_TCP。</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405" descr="1-50"/>
          <p:cNvPicPr>
            <a:picLocks noChangeAspect="1"/>
          </p:cNvPicPr>
          <p:nvPr>
            <p:custDataLst>
              <p:tags r:id="rId5"/>
            </p:custDataLst>
          </p:nvPr>
        </p:nvPicPr>
        <p:blipFill>
          <a:blip r:embed="rId9"/>
          <a:stretch>
            <a:fillRect/>
          </a:stretch>
        </p:blipFill>
        <p:spPr>
          <a:xfrm>
            <a:off x="853440" y="2059305"/>
            <a:ext cx="10800000" cy="2739833"/>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12</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1938020"/>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7</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a:t>
            </a: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界面中设置监听反弹Shell的IP地址以及端口号，本实验都设置为默认值，即攻击机的IP地址与443端口。然后SET开始创建攻击载荷，片刻过后即成功创建名为template.pdf的攻击载荷。随后弹出是否更改攻击载荷名字，本实验选择1）Keep the filename, I don’t care，即使用默认的名称template.pdf。</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404"/>
          <p:cNvPicPr>
            <a:picLocks noChangeAspect="1"/>
          </p:cNvPicPr>
          <p:nvPr>
            <p:custDataLst>
              <p:tags r:id="rId5"/>
            </p:custDataLst>
          </p:nvPr>
        </p:nvPicPr>
        <p:blipFill>
          <a:blip r:embed="rId9"/>
          <a:stretch>
            <a:fillRect/>
          </a:stretch>
        </p:blipFill>
        <p:spPr>
          <a:xfrm>
            <a:off x="2928938" y="3056573"/>
            <a:ext cx="6635275" cy="360000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13</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1014730"/>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8</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a:t>
            </a: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图中提示选择邮件攻击方式，本实验选择1）E-Mail Attack Single Email Address，即针对单一邮件地址进行攻击。</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403" descr="1-52"/>
          <p:cNvPicPr>
            <a:picLocks noChangeAspect="1"/>
          </p:cNvPicPr>
          <p:nvPr>
            <p:custDataLst>
              <p:tags r:id="rId5"/>
            </p:custDataLst>
          </p:nvPr>
        </p:nvPicPr>
        <p:blipFill>
          <a:blip r:embed="rId9"/>
          <a:stretch>
            <a:fillRect/>
          </a:stretch>
        </p:blipFill>
        <p:spPr>
          <a:xfrm>
            <a:off x="805498" y="2192338"/>
            <a:ext cx="10800000" cy="4427635"/>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14</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1014730"/>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9</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a:t>
            </a: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图中提示是否要使用一个预先定义的模块。SET允许攻击者创建不同的模板，并且在使用时支持动态导入。本实验使用预先定义的模块，选择1）Pre-Defined Template。</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479" descr="1-53"/>
          <p:cNvPicPr>
            <a:picLocks noChangeAspect="1"/>
          </p:cNvPicPr>
          <p:nvPr>
            <p:custDataLst>
              <p:tags r:id="rId5"/>
            </p:custDataLst>
          </p:nvPr>
        </p:nvPicPr>
        <p:blipFill>
          <a:blip r:embed="rId9"/>
          <a:stretch>
            <a:fillRect/>
          </a:stretch>
        </p:blipFill>
        <p:spPr>
          <a:xfrm>
            <a:off x="799148" y="2407920"/>
            <a:ext cx="10800000" cy="2568632"/>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15</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553085"/>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10</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a:t>
            </a: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图中展示了SET提供的10中预定义邮件模板，本实验中选择10）Status Report。</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476" descr="1-54"/>
          <p:cNvPicPr>
            <a:picLocks noChangeAspect="1"/>
          </p:cNvPicPr>
          <p:nvPr>
            <p:custDataLst>
              <p:tags r:id="rId5"/>
            </p:custDataLst>
          </p:nvPr>
        </p:nvPicPr>
        <p:blipFill>
          <a:blip r:embed="rId9"/>
          <a:stretch>
            <a:fillRect/>
          </a:stretch>
        </p:blipFill>
        <p:spPr>
          <a:xfrm>
            <a:off x="853440" y="2117725"/>
            <a:ext cx="10800000" cy="3033708"/>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16</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1476375"/>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11</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a:t>
            </a: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图中所示的窗口中设置邮件攻击对象，这里读者可以根据自己需求进行设置。随后提示选择攻击机发送携带恶意攻击载荷邮件的邮箱服务器，本实验选择1）Use a gmail Account for your email attack，即选择Gmail邮箱来实现邮件攻击。</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401"/>
          <p:cNvPicPr>
            <a:picLocks noChangeAspect="1"/>
          </p:cNvPicPr>
          <p:nvPr>
            <p:custDataLst>
              <p:tags r:id="rId5"/>
            </p:custDataLst>
          </p:nvPr>
        </p:nvPicPr>
        <p:blipFill>
          <a:blip r:embed="rId9"/>
          <a:stretch>
            <a:fillRect/>
          </a:stretch>
        </p:blipFill>
        <p:spPr>
          <a:xfrm>
            <a:off x="899160" y="2908300"/>
            <a:ext cx="10800000" cy="2116540"/>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17</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1476375"/>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12</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a:t>
            </a: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设置发送攻击邮件的Gmail邮件账号及对应密码，在随后的两个提示中读者可以根据实际情况进行设置，如图所示，设置完成过后即向步骤1</a:t>
            </a:r>
            <a:r>
              <a:rPr lang="en-US"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1</a:t>
            </a: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设置的目的邮件地址（***@jspi.cn）发送包含恶意文件的邮件。</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400"/>
          <p:cNvPicPr>
            <a:picLocks noChangeAspect="1"/>
          </p:cNvPicPr>
          <p:nvPr>
            <p:custDataLst>
              <p:tags r:id="rId5"/>
            </p:custDataLst>
          </p:nvPr>
        </p:nvPicPr>
        <p:blipFill>
          <a:blip r:embed="rId9"/>
          <a:stretch>
            <a:fillRect/>
          </a:stretch>
        </p:blipFill>
        <p:spPr>
          <a:xfrm>
            <a:off x="744220" y="2799398"/>
            <a:ext cx="10800000" cy="2800888"/>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18</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1476375"/>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13</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a:t>
            </a: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邮件攻击配置的最后一步提示是否设置一个监听。本实验选择设置监听，用来监听攻击载荷反弹连接。当SET启动Metasploit时，它已经配置了所有必需的选项，将开始处理攻击主机的IP反向连接到443端口，如图所示。</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399"/>
          <p:cNvPicPr>
            <a:picLocks noChangeAspect="1"/>
          </p:cNvPicPr>
          <p:nvPr>
            <p:custDataLst>
              <p:tags r:id="rId5"/>
            </p:custDataLst>
          </p:nvPr>
        </p:nvPicPr>
        <p:blipFill>
          <a:blip r:embed="rId9"/>
          <a:stretch>
            <a:fillRect/>
          </a:stretch>
        </p:blipFill>
        <p:spPr>
          <a:xfrm>
            <a:off x="3693795" y="2634298"/>
            <a:ext cx="5024325" cy="396000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19</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1476375"/>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14</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a:t>
            </a: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当目标用户收到攻击邮件，并将附件中的template.pdf作为合法的PDF文件打开时，将会自动的连接到攻击主机192.168.244.169:443，此时目标主机被立即控制。在攻击主机上，将看到如图所示的信息，输出的信息表示，被攻击主机的地址是192.168.244.132。</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467" descr="1-58"/>
          <p:cNvPicPr>
            <a:picLocks noChangeAspect="1"/>
          </p:cNvPicPr>
          <p:nvPr>
            <p:custDataLst>
              <p:tags r:id="rId5"/>
            </p:custDataLst>
          </p:nvPr>
        </p:nvPicPr>
        <p:blipFill>
          <a:blip r:embed="rId9"/>
          <a:stretch>
            <a:fillRect/>
          </a:stretch>
        </p:blipFill>
        <p:spPr>
          <a:xfrm>
            <a:off x="853123" y="2938780"/>
            <a:ext cx="10800000" cy="2117782"/>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20</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1938020"/>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15</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a:t>
            </a: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输入回车键，然后再打开的Metasploit命令栏中输入：sessions，查看攻击机与多少个目标主机成功建立了会话。如图所示，当前攻击主机只与与一个目标主机成功的建立了会话，该会话中，描述了目标主机的相关信息。如操作系统类型为Windows、主机名为SMITON-59E654AC、登录的用户为Administrator及主机IP地址。</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424" descr="1-59"/>
          <p:cNvPicPr>
            <a:picLocks noChangeAspect="1"/>
          </p:cNvPicPr>
          <p:nvPr>
            <p:custDataLst>
              <p:tags r:id="rId5"/>
            </p:custDataLst>
          </p:nvPr>
        </p:nvPicPr>
        <p:blipFill>
          <a:blip r:embed="rId9"/>
          <a:stretch>
            <a:fillRect/>
          </a:stretch>
        </p:blipFill>
        <p:spPr>
          <a:xfrm>
            <a:off x="1628775" y="3207068"/>
            <a:ext cx="9023957" cy="324000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21</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1014730"/>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16</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a:t>
            </a: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随后，在Metasploit命令栏中输入命令：sessions -i 1，激活该会话。成功激活后，就可以在目标主机上进行任何操作，也就说相当于控制了目标主机。</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421"/>
          <p:cNvPicPr>
            <a:picLocks noChangeAspect="1"/>
          </p:cNvPicPr>
          <p:nvPr>
            <p:custDataLst>
              <p:tags r:id="rId5"/>
            </p:custDataLst>
          </p:nvPr>
        </p:nvPicPr>
        <p:blipFill>
          <a:blip r:embed="rId9"/>
          <a:stretch>
            <a:fillRect/>
          </a:stretch>
        </p:blipFill>
        <p:spPr>
          <a:xfrm>
            <a:off x="853123" y="2799398"/>
            <a:ext cx="10800000" cy="1859003"/>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22</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1476375"/>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17</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a:t>
            </a: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此时就可以在meterpreter命令行下，执行各种命令，如登录目标主机的Shell，如图所示。输出信息显示为C:\Documents and Settings\Administrator\????&gt;，表示成功登录到目标主机。此时相当于是以Administrator用户的身份，在目标主机中进行操作。</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460" descr="1-61"/>
          <p:cNvPicPr>
            <a:picLocks noChangeAspect="1"/>
          </p:cNvPicPr>
          <p:nvPr>
            <p:custDataLst>
              <p:tags r:id="rId5"/>
            </p:custDataLst>
          </p:nvPr>
        </p:nvPicPr>
        <p:blipFill>
          <a:blip r:embed="rId9"/>
          <a:stretch>
            <a:fillRect/>
          </a:stretch>
        </p:blipFill>
        <p:spPr>
          <a:xfrm>
            <a:off x="799148" y="2798763"/>
            <a:ext cx="10800000" cy="2655946"/>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600" dirty="0">
                <a:solidFill>
                  <a:srgbClr val="0070C0"/>
                </a:solidFill>
                <a:effectLst>
                  <a:outerShdw blurRad="38100" dist="38100" dir="2700000" algn="tl">
                    <a:srgbClr val="000000">
                      <a:alpha val="43137"/>
                    </a:srgbClr>
                  </a:outerShdw>
                </a:effectLst>
                <a:sym typeface="+mn-ea"/>
              </a:rPr>
              <a:t>实</a:t>
            </a:r>
            <a:r>
              <a:rPr lang="en-US" altLang="zh-CN" sz="2600" dirty="0">
                <a:solidFill>
                  <a:srgbClr val="0070C0"/>
                </a:solidFill>
                <a:effectLst>
                  <a:outerShdw blurRad="38100" dist="38100" dir="2700000" algn="tl">
                    <a:srgbClr val="000000">
                      <a:alpha val="43137"/>
                    </a:srgbClr>
                  </a:outerShdw>
                </a:effectLst>
                <a:sym typeface="+mn-ea"/>
              </a:rPr>
              <a:t>验1.5：电子邮件攻击—利用社会工程学工具发送恶意邮件</a:t>
            </a:r>
            <a:endParaRPr lang="zh-CN" altLang="en-US" sz="2600" dirty="0">
              <a:solidFill>
                <a:srgbClr val="0070C0"/>
              </a:solidFill>
              <a:effectLst>
                <a:outerShdw blurRad="38100" dist="38100" dir="2700000" algn="tl">
                  <a:srgbClr val="000000">
                    <a:alpha val="43137"/>
                  </a:srgbClr>
                </a:outerShdw>
              </a:effectLst>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t>23</a:t>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24" name="文本框 23"/>
          <p:cNvSpPr txBox="1"/>
          <p:nvPr/>
        </p:nvSpPr>
        <p:spPr>
          <a:xfrm>
            <a:off x="744220" y="1198880"/>
            <a:ext cx="10776585" cy="1259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95000"/>
                    <a:lumOff val="5000"/>
                  </a:srgbClr>
                </a:solidFill>
                <a:effectLst/>
                <a:uLnTx/>
                <a:uFillTx/>
                <a:latin typeface="Arial" panose="020B0604020202020204"/>
                <a:ea typeface="微软雅黑" panose="020B0503020204020204" charset="-122"/>
                <a:cs typeface="+mn-cs"/>
              </a:rPr>
              <a:t>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矩形 42"/>
          <p:cNvSpPr/>
          <p:nvPr/>
        </p:nvSpPr>
        <p:spPr>
          <a:xfrm>
            <a:off x="628015" y="1046480"/>
            <a:ext cx="11025505" cy="1014730"/>
          </a:xfrm>
          <a:prstGeom prst="rect">
            <a:avLst/>
          </a:prstGeom>
        </p:spPr>
        <p:txBody>
          <a:bodyPr wrap="square">
            <a:spAutoFit/>
          </a:bodyPr>
          <a:lstStyle/>
          <a:p>
            <a:pPr indent="-342900" algn="just">
              <a:lnSpc>
                <a:spcPct val="150000"/>
              </a:lnSpc>
              <a:buFont typeface="Wingdings" panose="05000000000000000000" charset="0"/>
              <a:buChar char="n"/>
              <a:defRPr/>
            </a:pP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Step</a:t>
            </a:r>
            <a:r>
              <a:rPr lang="en-US"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18</a:t>
            </a:r>
            <a:r>
              <a:rPr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rPr>
              <a:t>：</a:t>
            </a:r>
            <a:r>
              <a:rPr lang="zh-CN" altLang="zh-CN" sz="2000" b="1" dirty="0">
                <a:solidFill>
                  <a:srgbClr val="E24E0C"/>
                </a:solidFill>
                <a:effectLst>
                  <a:outerShdw blurRad="38100" dist="38100" dir="2700000" algn="tl">
                    <a:srgbClr val="000000">
                      <a:alpha val="43137"/>
                    </a:srgbClr>
                  </a:outerShdw>
                </a:effectLst>
                <a:latin typeface="Arial" panose="020B0604020202020204"/>
                <a:ea typeface="微软雅黑" panose="020B0503020204020204" charset="-122"/>
                <a:sym typeface="+mn-ea"/>
              </a:rPr>
              <a:t>此时攻击者就可以Administrator用户的身份进行操作，如使用命令：dir，查看目标主机当前路径下的文件。</a:t>
            </a:r>
          </a:p>
        </p:txBody>
      </p:sp>
      <p:sp>
        <p:nvSpPr>
          <p:cNvPr id="55" name="矩形 54"/>
          <p:cNvSpPr/>
          <p:nvPr>
            <p:custDataLst>
              <p:tags r:id="rId1"/>
            </p:custDataLst>
          </p:nvPr>
        </p:nvSpPr>
        <p:spPr>
          <a:xfrm>
            <a:off x="12052300" y="774700"/>
            <a:ext cx="139700" cy="1012190"/>
          </a:xfrm>
          <a:prstGeom prst="rect">
            <a:avLst/>
          </a:prstGeom>
          <a:solidFill>
            <a:srgbClr val="58B6E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6" name="矩形 55"/>
          <p:cNvSpPr/>
          <p:nvPr>
            <p:custDataLst>
              <p:tags r:id="rId2"/>
            </p:custDataLst>
          </p:nvPr>
        </p:nvSpPr>
        <p:spPr>
          <a:xfrm>
            <a:off x="12052300" y="1787525"/>
            <a:ext cx="139700" cy="1012190"/>
          </a:xfrm>
          <a:prstGeom prst="rect">
            <a:avLst/>
          </a:prstGeom>
          <a:solidFill>
            <a:srgbClr val="56CA9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8" name="矩形 57"/>
          <p:cNvSpPr/>
          <p:nvPr>
            <p:custDataLst>
              <p:tags r:id="rId3"/>
            </p:custDataLst>
          </p:nvPr>
        </p:nvSpPr>
        <p:spPr>
          <a:xfrm>
            <a:off x="12052300" y="2738755"/>
            <a:ext cx="139700" cy="1012190"/>
          </a:xfrm>
          <a:prstGeom prst="rect">
            <a:avLst/>
          </a:prstGeom>
          <a:solidFill>
            <a:srgbClr val="FFBA55">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59" name="矩形 58"/>
          <p:cNvSpPr/>
          <p:nvPr>
            <p:custDataLst>
              <p:tags r:id="rId4"/>
            </p:custDataLst>
          </p:nvPr>
        </p:nvSpPr>
        <p:spPr>
          <a:xfrm>
            <a:off x="12052300" y="3545840"/>
            <a:ext cx="139700" cy="1012190"/>
          </a:xfrm>
          <a:prstGeom prst="rect">
            <a:avLst/>
          </a:prstGeom>
          <a:solidFill>
            <a:srgbClr val="F18870">
              <a:lumMod val="60000"/>
              <a:lumOff val="40000"/>
            </a:srgbClr>
          </a:solidFill>
          <a:ln>
            <a:noFill/>
          </a:ln>
        </p:spPr>
        <p:style>
          <a:lnRef idx="2">
            <a:srgbClr val="6096E6">
              <a:shade val="50000"/>
            </a:srgbClr>
          </a:lnRef>
          <a:fillRef idx="1">
            <a:srgbClr val="6096E6"/>
          </a:fillRef>
          <a:effectRef idx="0">
            <a:srgbClr val="6096E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0" name="图片 99"/>
          <p:cNvPicPr>
            <a:picLocks noChangeAspect="1"/>
          </p:cNvPicPr>
          <p:nvPr/>
        </p:nvPicPr>
        <p:blipFill>
          <a:blip r:embed="rId8"/>
          <a:stretch>
            <a:fillRect/>
          </a:stretch>
        </p:blipFill>
        <p:spPr>
          <a:xfrm>
            <a:off x="9488805" y="5410835"/>
            <a:ext cx="2703260" cy="1447200"/>
          </a:xfrm>
          <a:prstGeom prst="rect">
            <a:avLst/>
          </a:prstGeom>
          <a:noFill/>
          <a:ln w="9525">
            <a:noFill/>
          </a:ln>
        </p:spPr>
      </p:pic>
      <p:pic>
        <p:nvPicPr>
          <p:cNvPr id="5" name="图片 -2147482422" descr="1-62"/>
          <p:cNvPicPr>
            <a:picLocks noChangeAspect="1"/>
          </p:cNvPicPr>
          <p:nvPr>
            <p:custDataLst>
              <p:tags r:id="rId5"/>
            </p:custDataLst>
          </p:nvPr>
        </p:nvPicPr>
        <p:blipFill>
          <a:blip r:embed="rId9"/>
          <a:stretch>
            <a:fillRect/>
          </a:stretch>
        </p:blipFill>
        <p:spPr>
          <a:xfrm>
            <a:off x="900748" y="2193608"/>
            <a:ext cx="10800000" cy="4380009"/>
          </a:xfrm>
          <a:prstGeom prst="rect">
            <a:avLst/>
          </a:prstGeom>
          <a:noFill/>
          <a:ln w="9525">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 name="KSO_WM_SLIDE_BK_DARK_LIGHT" val=""/>
  <p:tag name="KSO_WM_SLIDE_BACKGROUND_TYPE" val="general"/>
</p:tagLst>
</file>

<file path=ppt/tags/tag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1192"/>
  <p:tag name="KSO_WM_UNIT_TYPE" val="i"/>
  <p:tag name="KSO_WM_UNIT_INDEX" val="1"/>
  <p:tag name="KSO_WM_UNIT_ID" val="chip20221192_3*i*1"/>
  <p:tag name="KSO_WM_BEAUTIFY_FLAG" val="#wm#"/>
  <p:tag name="KSO_WM_TAG_VERSION" val="1.0"/>
  <p:tag name="KSO_WM_CHIP_GROUPID" val="61af0a31ec6ac7255f421298"/>
  <p:tag name="KSO_WM_CHIP_XID" val="61af0bf070e71a301edd9a2d"/>
  <p:tag name="KSO_WM_UNIT_DEC_AREA_ID" val="f9be1a13284443ccb699def6833472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b705c0586fb40eda3d4e56aad10b70d"/>
  <p:tag name="KSO_WM_SLIDE_BACKGROUND_TYPE" val="general"/>
  <p:tag name="WM_BEAUTIFY_SHAPE_IDENTITY" val="{6fb1d3e2-7c85-42cf-8690-8843fdc63607}"/>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c3d1be72-50df-4b68-83fb-790ae087523a}"/>
  <p:tag name="TABLE_ENDDRAG_ORIGIN_RECT" val="713*321"/>
  <p:tag name="TABLE_ENDDRAG_RECT" val="75*85*713*322"/>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diagram20227973_6*i*6"/>
  <p:tag name="KSO_WM_TEMPLATE_CATEGORY" val="diagram"/>
  <p:tag name="KSO_WM_TEMPLATE_INDEX" val="20227973"/>
  <p:tag name="KSO_WM_UNIT_LAYERLEVEL" val="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diagram20227973_6*i*7"/>
  <p:tag name="KSO_WM_TEMPLATE_CATEGORY" val="diagram"/>
  <p:tag name="KSO_WM_TEMPLATE_INDEX" val="20227973"/>
  <p:tag name="KSO_WM_UNIT_LAYERLEVEL" val="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227973_6*i*8"/>
  <p:tag name="KSO_WM_TEMPLATE_CATEGORY" val="diagram"/>
  <p:tag name="KSO_WM_TEMPLATE_INDEX" val="20227973"/>
  <p:tag name="KSO_WM_UNIT_LAYERLEVEL" val="1"/>
  <p:tag name="KSO_WM_TAG_VERSION" val="1.0"/>
  <p:tag name="KSO_WM_BEAUTIFY_FLAG" val="#wm#"/>
  <p:tag name="KSO_WM_UNIT_FILL_FORE_SCHEMECOLOR_INDEX" val="8"/>
  <p:tag name="KSO_WM_UNIT_FILL_TYPE" val="1"/>
  <p:tag name="KSO_WM_UNIT_TEXT_FILL_FORE_SCHEMECOLOR_INDEX" val="2"/>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227973_6*i*9"/>
  <p:tag name="KSO_WM_TEMPLATE_CATEGORY" val="diagram"/>
  <p:tag name="KSO_WM_TEMPLATE_INDEX" val="20227973"/>
  <p:tag name="KSO_WM_UNIT_LAYERLEVEL" val="1"/>
  <p:tag name="KSO_WM_TAG_VERSION" val="1.0"/>
  <p:tag name="KSO_WM_BEAUTIFY_FLAG" val="#wm#"/>
  <p:tag name="KSO_WM_UNIT_FILL_FORE_SCHEMECOLOR_INDEX" val="9"/>
  <p:tag name="KSO_WM_UNIT_FILL_TYPE" val="1"/>
  <p:tag name="KSO_WM_UNIT_TEXT_FILL_FORE_SCHEMECOLOR_INDEX" val="2"/>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1401</Words>
  <Application>Microsoft Office PowerPoint</Application>
  <PresentationFormat>宽屏</PresentationFormat>
  <Paragraphs>142</Paragraphs>
  <Slides>23</Slides>
  <Notes>22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23</vt:i4>
      </vt:variant>
    </vt:vector>
  </HeadingPairs>
  <TitlesOfParts>
    <vt:vector size="29" baseType="lpstr">
      <vt:lpstr>等线</vt:lpstr>
      <vt:lpstr>等线 Light</vt:lpstr>
      <vt:lpstr>微软雅黑</vt:lpstr>
      <vt:lpstr>Arial</vt:lpstr>
      <vt:lpstr>Wingdings</vt:lpstr>
      <vt:lpstr>Office 主题​​</vt:lpstr>
      <vt:lpstr>PowerPoint 演示文稿</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lpstr>实验1.5：电子邮件攻击—利用社会工程学工具发送恶意邮件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tsiang@126.com</dc:creator>
  <cp:lastModifiedBy>tsiang@126.com</cp:lastModifiedBy>
  <cp:revision>2</cp:revision>
  <dcterms:created xsi:type="dcterms:W3CDTF">2025-09-14T13:39:21Z</dcterms:created>
  <dcterms:modified xsi:type="dcterms:W3CDTF">2025-09-14T13:40:00Z</dcterms:modified>
</cp:coreProperties>
</file>